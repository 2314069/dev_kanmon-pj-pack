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69" r:id="rId2"/>
    <p:sldId id="270" r:id="rId3"/>
    <p:sldId id="271" r:id="rId4"/>
    <p:sldId id="268" r:id="rId5"/>
  </p:sldIdLst>
  <p:sldSz cx="12192000" cy="6858000"/>
  <p:notesSz cx="6807200" cy="9939338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淳子 原田" initials="淳原" lastIdx="1" clrIdx="0">
    <p:extLst>
      <p:ext uri="{19B8F6BF-5375-455C-9EA6-DF929625EA0E}">
        <p15:presenceInfo xmlns:p15="http://schemas.microsoft.com/office/powerpoint/2012/main" userId="a1940e18c93c4839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6CCFF"/>
    <a:srgbClr val="FF99FF"/>
    <a:srgbClr val="FF33CC"/>
    <a:srgbClr val="CC99FF"/>
    <a:srgbClr val="FF9999"/>
    <a:srgbClr val="FF0066"/>
    <a:srgbClr val="660066"/>
    <a:srgbClr val="D0CECE"/>
    <a:srgbClr val="FFFFFF"/>
    <a:srgbClr val="6600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815" autoAdjust="0"/>
    <p:restoredTop sz="94638"/>
  </p:normalViewPr>
  <p:slideViewPr>
    <p:cSldViewPr snapToGrid="0">
      <p:cViewPr>
        <p:scale>
          <a:sx n="200" d="100"/>
          <a:sy n="200" d="100"/>
        </p:scale>
        <p:origin x="-2610" y="-18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commentAuthors" Target="commentAuthor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9575" cy="4984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56038" y="0"/>
            <a:ext cx="2949575" cy="4984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BF34ECE-DDFD-4DE2-953D-313753A5A86B}" type="datetimeFigureOut">
              <a:rPr kumimoji="1" lang="ja-JP" altLang="en-US" smtClean="0"/>
              <a:t>2025/9/5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3013"/>
            <a:ext cx="5962650" cy="33543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1038" y="4783138"/>
            <a:ext cx="5445125" cy="391318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9440863"/>
            <a:ext cx="2949575" cy="4984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56038" y="9440863"/>
            <a:ext cx="2949575" cy="4984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7828AD5-B269-40F8-9CE5-5CBF2B95AAA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393204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828AD5-B269-40F8-9CE5-5CBF2B95AAAD}" type="slidenum">
              <a:rPr kumimoji="1" lang="ja-JP" altLang="en-US" smtClean="0"/>
              <a:t>1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8321671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80DE3C1-75C3-4C5A-B0BB-EEC717D06F6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117267F8-24A5-4334-90F9-E0505B8038C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F5BC79DF-B6C3-481A-9C6F-06C795F82A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AF2B3E-F3CE-4082-A36B-B40706E19A2E}" type="datetimeFigureOut">
              <a:rPr kumimoji="1" lang="ja-JP" altLang="en-US" smtClean="0"/>
              <a:t>2025/9/5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660A8663-2D96-4106-8FBD-28AA22BF4A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0659E768-2540-44C6-8CEF-577C516336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0C56CE-80B2-4D0A-A4EC-71671BE97F4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788582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D123CA8-7495-45BF-B93A-A05F4B6518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01BA2D42-F312-47EB-A3C4-00137EBDF3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EB4C9AC4-0794-4438-B9CD-35A1242A4C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AF2B3E-F3CE-4082-A36B-B40706E19A2E}" type="datetimeFigureOut">
              <a:rPr kumimoji="1" lang="ja-JP" altLang="en-US" smtClean="0"/>
              <a:t>2025/9/5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D95B07DD-355E-47F8-96B3-ADF9C19379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A3226E7C-0835-4796-A87E-0C22EB920B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0C56CE-80B2-4D0A-A4EC-71671BE97F4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618704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3AF52FE-37C0-451A-8E2A-7127B7E5E5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4AD1D238-BD11-4416-A2EB-3C539472F3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FC5D6376-8810-4668-A2D0-8EEB867916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AF2B3E-F3CE-4082-A36B-B40706E19A2E}" type="datetimeFigureOut">
              <a:rPr kumimoji="1" lang="ja-JP" altLang="en-US" smtClean="0"/>
              <a:t>2025/9/5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17B38FA5-69D5-422F-AB48-50802F50E9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5CCEBFD-EE96-4514-849F-558BA5467E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0C56CE-80B2-4D0A-A4EC-71671BE97F4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881716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27C9D5F-ED70-4E77-80B7-B4A424C761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D42E7644-21E6-4A7D-98B2-75E4D2588B4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4160EB96-2144-4749-AF80-55FE6847CFB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C189BA4E-A7F3-4E5A-A4C0-2D88C905EA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AF2B3E-F3CE-4082-A36B-B40706E19A2E}" type="datetimeFigureOut">
              <a:rPr kumimoji="1" lang="ja-JP" altLang="en-US" smtClean="0"/>
              <a:t>2025/9/5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A99CD861-B055-4B5B-B208-FFB6D266C5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AAEE8B94-0131-4796-A898-8323940CBD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0C56CE-80B2-4D0A-A4EC-71671BE97F4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060096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0767C7D-01F2-403D-BC52-2585EC59DF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4D1C0D7A-80E3-477C-9880-49C6077B897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4AAAF9B1-32A4-4166-BBF3-94430E18342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A5F97AE9-DAEE-4ECB-AEFD-4D5CA581B40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B19752DB-2F06-44E2-9293-A3CE2E96594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D43871DF-1A75-4409-8E07-95165C1492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AF2B3E-F3CE-4082-A36B-B40706E19A2E}" type="datetimeFigureOut">
              <a:rPr kumimoji="1" lang="ja-JP" altLang="en-US" smtClean="0"/>
              <a:t>2025/9/5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02F4D370-8FD2-48AB-A14D-41B8B27F10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540BFC9D-A76C-494A-8B98-738A5D2A38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0C56CE-80B2-4D0A-A4EC-71671BE97F4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686594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ECEB74F-3D07-4484-88A7-C7D0894B3A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0C604C6D-FA68-4589-A51E-9D386C4891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AF2B3E-F3CE-4082-A36B-B40706E19A2E}" type="datetimeFigureOut">
              <a:rPr kumimoji="1" lang="ja-JP" altLang="en-US" smtClean="0"/>
              <a:t>2025/9/5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094ACD7D-2CBB-4362-810A-4B88CC9578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F6442095-2747-42E5-92AD-2DCB333174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0C56CE-80B2-4D0A-A4EC-71671BE97F4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817110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1F0ECC6B-D9A5-4104-B251-D36EA8FD57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AF2B3E-F3CE-4082-A36B-B40706E19A2E}" type="datetimeFigureOut">
              <a:rPr kumimoji="1" lang="ja-JP" altLang="en-US" smtClean="0"/>
              <a:t>2025/9/5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B1C2B36A-A161-45CF-A84C-DD8D507FD5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5C53E5EB-731B-4D00-9B2D-CDBAB345FF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0C56CE-80B2-4D0A-A4EC-71671BE97F41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grpSp>
        <p:nvGrpSpPr>
          <p:cNvPr id="5" name="グループ化 4">
            <a:extLst>
              <a:ext uri="{FF2B5EF4-FFF2-40B4-BE49-F238E27FC236}">
                <a16:creationId xmlns:a16="http://schemas.microsoft.com/office/drawing/2014/main" id="{7EDA6169-F0D8-470D-A151-148DB90389D3}"/>
              </a:ext>
            </a:extLst>
          </p:cNvPr>
          <p:cNvGrpSpPr/>
          <p:nvPr userDrawn="1"/>
        </p:nvGrpSpPr>
        <p:grpSpPr>
          <a:xfrm>
            <a:off x="2511156" y="565775"/>
            <a:ext cx="7169687" cy="5726450"/>
            <a:chOff x="3175" y="0"/>
            <a:chExt cx="7137684" cy="5502332"/>
          </a:xfrm>
        </p:grpSpPr>
        <p:grpSp>
          <p:nvGrpSpPr>
            <p:cNvPr id="6" name="図形グループ 130">
              <a:extLst>
                <a:ext uri="{FF2B5EF4-FFF2-40B4-BE49-F238E27FC236}">
                  <a16:creationId xmlns:a16="http://schemas.microsoft.com/office/drawing/2014/main" id="{8FCFB707-5E57-45D3-B733-5DCB43495F4A}"/>
                </a:ext>
              </a:extLst>
            </p:cNvPr>
            <p:cNvGrpSpPr/>
            <p:nvPr/>
          </p:nvGrpSpPr>
          <p:grpSpPr>
            <a:xfrm>
              <a:off x="828915" y="576512"/>
              <a:ext cx="5427927" cy="4925820"/>
              <a:chOff x="828915" y="576512"/>
              <a:chExt cx="5622719" cy="5231762"/>
            </a:xfrm>
          </p:grpSpPr>
          <p:pic>
            <p:nvPicPr>
              <p:cNvPr id="19" name="図 18">
                <a:extLst>
                  <a:ext uri="{FF2B5EF4-FFF2-40B4-BE49-F238E27FC236}">
                    <a16:creationId xmlns:a16="http://schemas.microsoft.com/office/drawing/2014/main" id="{4720C0B4-E60E-47A3-8E98-B494E43E56E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/>
              <a:stretch>
                <a:fillRect/>
              </a:stretch>
            </p:blipFill>
            <p:spPr bwMode="auto">
              <a:xfrm rot="5400000">
                <a:off x="1024394" y="381033"/>
                <a:ext cx="5231762" cy="562271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lc="http://schemas.openxmlformats.org/drawingml/2006/lockedCanvas" xmlns="" xmlns:a14="http://schemas.microsoft.com/office/drawing/2010/main" xmlns:xdr="http://schemas.openxmlformats.org/drawingml/2006/spreadsheetDrawing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lc="http://schemas.openxmlformats.org/drawingml/2006/lockedCanvas" xmlns="" xmlns:a14="http://schemas.microsoft.com/office/drawing/2010/main" xmlns:xdr="http://schemas.openxmlformats.org/drawingml/2006/spreadsheetDrawing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20" name="正方形/長方形 19">
                <a:extLst>
                  <a:ext uri="{FF2B5EF4-FFF2-40B4-BE49-F238E27FC236}">
                    <a16:creationId xmlns:a16="http://schemas.microsoft.com/office/drawing/2014/main" id="{8A93311C-2DAB-4C23-9635-AC7E11A166D5}"/>
                  </a:ext>
                </a:extLst>
              </p:cNvPr>
              <p:cNvSpPr/>
              <p:nvPr/>
            </p:nvSpPr>
            <p:spPr>
              <a:xfrm>
                <a:off x="2490799" y="3666252"/>
                <a:ext cx="1592151" cy="588613"/>
              </a:xfrm>
              <a:prstGeom prst="rect">
                <a:avLst/>
              </a:prstGeom>
              <a:ln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square" rtlCol="0" anchor="ctr"/>
              <a:lstStyle>
                <a:lvl1pPr marL="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kumimoji="1" lang="ja-JP" altLang="en-US"/>
              </a:p>
            </p:txBody>
          </p:sp>
        </p:grpSp>
        <p:sp>
          <p:nvSpPr>
            <p:cNvPr id="7" name="正方形/長方形 6">
              <a:extLst>
                <a:ext uri="{FF2B5EF4-FFF2-40B4-BE49-F238E27FC236}">
                  <a16:creationId xmlns:a16="http://schemas.microsoft.com/office/drawing/2014/main" id="{4208193E-1E76-4CFB-A024-CBF50E84DA64}"/>
                </a:ext>
              </a:extLst>
            </p:cNvPr>
            <p:cNvSpPr/>
            <p:nvPr/>
          </p:nvSpPr>
          <p:spPr>
            <a:xfrm>
              <a:off x="1279429" y="971073"/>
              <a:ext cx="4104444" cy="242789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kumimoji="1" lang="ja-JP" altLang="en-US" sz="1100"/>
            </a:p>
          </p:txBody>
        </p:sp>
        <p:sp>
          <p:nvSpPr>
            <p:cNvPr id="8" name="台形 7">
              <a:extLst>
                <a:ext uri="{FF2B5EF4-FFF2-40B4-BE49-F238E27FC236}">
                  <a16:creationId xmlns:a16="http://schemas.microsoft.com/office/drawing/2014/main" id="{0F217402-399F-4DA0-9152-A02CDC68E76D}"/>
                </a:ext>
              </a:extLst>
            </p:cNvPr>
            <p:cNvSpPr/>
            <p:nvPr/>
          </p:nvSpPr>
          <p:spPr>
            <a:xfrm flipV="1">
              <a:off x="581753" y="0"/>
              <a:ext cx="5963198" cy="621643"/>
            </a:xfrm>
            <a:prstGeom prst="trapezoid">
              <a:avLst>
                <a:gd name="adj" fmla="val 51749"/>
              </a:avLst>
            </a:prstGeom>
            <a:ln>
              <a:solidFill>
                <a:schemeClr val="tx1"/>
              </a:solidFill>
            </a:ln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wrap="square"/>
            <a:lstStyle>
              <a:lvl1pPr marL="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ja-JP" altLang="en-US"/>
            </a:p>
          </p:txBody>
        </p:sp>
        <p:grpSp>
          <p:nvGrpSpPr>
            <p:cNvPr id="9" name="図形グループ 75">
              <a:extLst>
                <a:ext uri="{FF2B5EF4-FFF2-40B4-BE49-F238E27FC236}">
                  <a16:creationId xmlns:a16="http://schemas.microsoft.com/office/drawing/2014/main" id="{8FA7B1BE-9490-460C-B711-681FA82946CF}"/>
                </a:ext>
              </a:extLst>
            </p:cNvPr>
            <p:cNvGrpSpPr>
              <a:grpSpLocks/>
            </p:cNvGrpSpPr>
            <p:nvPr/>
          </p:nvGrpSpPr>
          <p:grpSpPr bwMode="auto">
            <a:xfrm rot="5400000">
              <a:off x="4041211" y="2382662"/>
              <a:ext cx="5315279" cy="884016"/>
              <a:chOff x="4041211" y="2382662"/>
              <a:chExt cx="4864946" cy="822960"/>
            </a:xfrm>
          </p:grpSpPr>
          <p:sp>
            <p:nvSpPr>
              <p:cNvPr id="17" name="台形 16">
                <a:extLst>
                  <a:ext uri="{FF2B5EF4-FFF2-40B4-BE49-F238E27FC236}">
                    <a16:creationId xmlns:a16="http://schemas.microsoft.com/office/drawing/2014/main" id="{5A9AF0B0-6A89-4886-8D2A-1979591A3206}"/>
                  </a:ext>
                </a:extLst>
              </p:cNvPr>
              <p:cNvSpPr/>
              <p:nvPr/>
            </p:nvSpPr>
            <p:spPr>
              <a:xfrm flipV="1">
                <a:off x="4041211" y="2382662"/>
                <a:ext cx="4864946" cy="822960"/>
              </a:xfrm>
              <a:prstGeom prst="trapezoid">
                <a:avLst>
                  <a:gd name="adj" fmla="val 51749"/>
                </a:avLst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4"/>
              </a:lnRef>
              <a:fillRef idx="1">
                <a:schemeClr val="lt1"/>
              </a:fillRef>
              <a:effectRef idx="0">
                <a:schemeClr val="accent4"/>
              </a:effectRef>
              <a:fontRef idx="minor">
                <a:schemeClr val="dk1"/>
              </a:fontRef>
            </p:style>
            <p:txBody>
              <a:bodyPr wrap="square"/>
              <a:lstStyle>
                <a:lvl1pPr marL="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ja-JP" altLang="en-US"/>
              </a:p>
            </p:txBody>
          </p:sp>
          <p:cxnSp>
            <p:nvCxnSpPr>
              <p:cNvPr id="18" name="直線コネクタ 17">
                <a:extLst>
                  <a:ext uri="{FF2B5EF4-FFF2-40B4-BE49-F238E27FC236}">
                    <a16:creationId xmlns:a16="http://schemas.microsoft.com/office/drawing/2014/main" id="{54AECDFB-7940-4DE9-844C-A47105E3A362}"/>
                  </a:ext>
                </a:extLst>
              </p:cNvPr>
              <p:cNvCxnSpPr>
                <a:stCxn id="17" idx="1"/>
                <a:endCxn id="17" idx="3"/>
              </p:cNvCxnSpPr>
              <p:nvPr/>
            </p:nvCxnSpPr>
            <p:spPr>
              <a:xfrm rot="16200000">
                <a:off x="6473684" y="566657"/>
                <a:ext cx="0" cy="4454969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0" name="図形グループ 76">
              <a:extLst>
                <a:ext uri="{FF2B5EF4-FFF2-40B4-BE49-F238E27FC236}">
                  <a16:creationId xmlns:a16="http://schemas.microsoft.com/office/drawing/2014/main" id="{D2961CB3-6552-44CE-A7AC-3C6D23D4B40A}"/>
                </a:ext>
              </a:extLst>
            </p:cNvPr>
            <p:cNvGrpSpPr>
              <a:grpSpLocks/>
            </p:cNvGrpSpPr>
            <p:nvPr/>
          </p:nvGrpSpPr>
          <p:grpSpPr bwMode="auto">
            <a:xfrm rot="5400000">
              <a:off x="-2197272" y="2360639"/>
              <a:ext cx="5298918" cy="898024"/>
              <a:chOff x="-2197272" y="2360639"/>
              <a:chExt cx="4864946" cy="822960"/>
            </a:xfrm>
          </p:grpSpPr>
          <p:sp>
            <p:nvSpPr>
              <p:cNvPr id="15" name="台形 14">
                <a:extLst>
                  <a:ext uri="{FF2B5EF4-FFF2-40B4-BE49-F238E27FC236}">
                    <a16:creationId xmlns:a16="http://schemas.microsoft.com/office/drawing/2014/main" id="{029C4E3F-C68A-414F-B3A9-5114EC92A56E}"/>
                  </a:ext>
                </a:extLst>
              </p:cNvPr>
              <p:cNvSpPr/>
              <p:nvPr/>
            </p:nvSpPr>
            <p:spPr>
              <a:xfrm>
                <a:off x="-2197272" y="2360639"/>
                <a:ext cx="4864946" cy="822960"/>
              </a:xfrm>
              <a:prstGeom prst="trapezoid">
                <a:avLst>
                  <a:gd name="adj" fmla="val 51749"/>
                </a:avLst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4"/>
              </a:lnRef>
              <a:fillRef idx="1">
                <a:schemeClr val="lt1"/>
              </a:fillRef>
              <a:effectRef idx="0">
                <a:schemeClr val="accent4"/>
              </a:effectRef>
              <a:fontRef idx="minor">
                <a:schemeClr val="dk1"/>
              </a:fontRef>
            </p:style>
            <p:txBody>
              <a:bodyPr wrap="square"/>
              <a:lstStyle>
                <a:lvl1pPr marL="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ja-JP" altLang="en-US"/>
              </a:p>
            </p:txBody>
          </p:sp>
          <p:cxnSp>
            <p:nvCxnSpPr>
              <p:cNvPr id="16" name="直線コネクタ 15">
                <a:extLst>
                  <a:ext uri="{FF2B5EF4-FFF2-40B4-BE49-F238E27FC236}">
                    <a16:creationId xmlns:a16="http://schemas.microsoft.com/office/drawing/2014/main" id="{2B400453-FCB0-441B-9FA6-51C6931432D7}"/>
                  </a:ext>
                </a:extLst>
              </p:cNvPr>
              <p:cNvCxnSpPr/>
              <p:nvPr/>
            </p:nvCxnSpPr>
            <p:spPr>
              <a:xfrm rot="16200000">
                <a:off x="252870" y="575458"/>
                <a:ext cx="0" cy="4429103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1" name="図形グループ 21">
              <a:extLst>
                <a:ext uri="{FF2B5EF4-FFF2-40B4-BE49-F238E27FC236}">
                  <a16:creationId xmlns:a16="http://schemas.microsoft.com/office/drawing/2014/main" id="{EC939856-94EB-4BB2-BA3C-7D72CB3CFE40}"/>
                </a:ext>
              </a:extLst>
            </p:cNvPr>
            <p:cNvGrpSpPr/>
            <p:nvPr/>
          </p:nvGrpSpPr>
          <p:grpSpPr>
            <a:xfrm>
              <a:off x="1516453" y="4582477"/>
              <a:ext cx="2091678" cy="762188"/>
              <a:chOff x="1516450" y="4582477"/>
              <a:chExt cx="2100120" cy="776416"/>
            </a:xfrm>
            <a:solidFill>
              <a:schemeClr val="accent2">
                <a:lumMod val="20000"/>
                <a:lumOff val="80000"/>
              </a:schemeClr>
            </a:solidFill>
          </p:grpSpPr>
          <p:sp>
            <p:nvSpPr>
              <p:cNvPr id="12" name="正方形/長方形 11">
                <a:extLst>
                  <a:ext uri="{FF2B5EF4-FFF2-40B4-BE49-F238E27FC236}">
                    <a16:creationId xmlns:a16="http://schemas.microsoft.com/office/drawing/2014/main" id="{F3B3AFC7-F711-46F3-AB69-8D990EEFBC5A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516450" y="4582477"/>
                <a:ext cx="178119" cy="776416"/>
              </a:xfrm>
              <a:prstGeom prst="rect">
                <a:avLst/>
              </a:prstGeom>
              <a:grpFill/>
              <a:ln w="38100">
                <a:solidFill>
                  <a:schemeClr val="accent2">
                    <a:lumMod val="20000"/>
                    <a:lumOff val="80000"/>
                  </a:schemeClr>
                </a:solidFill>
              </a:ln>
            </p:spPr>
            <p:style>
              <a:lnRef idx="2">
                <a:schemeClr val="accent2">
                  <a:shade val="50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wrap="square" anchor="ctr"/>
              <a:lstStyle>
                <a:lvl1pPr marL="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rtl="0">
                  <a:defRPr sz="1000"/>
                </a:pPr>
                <a:endParaRPr lang="ja-JP" altLang="en-US" sz="1100" b="0" i="0" strike="noStrike">
                  <a:solidFill>
                    <a:srgbClr val="FFFFFF"/>
                  </a:solidFill>
                  <a:latin typeface="ＭＳ Ｐゴシック"/>
                  <a:ea typeface="ＭＳ Ｐゴシック"/>
                  <a:cs typeface="ＭＳ Ｐゴシック"/>
                </a:endParaRPr>
              </a:p>
            </p:txBody>
          </p:sp>
          <p:sp>
            <p:nvSpPr>
              <p:cNvPr id="13" name="正方形/長方形 12">
                <a:extLst>
                  <a:ext uri="{FF2B5EF4-FFF2-40B4-BE49-F238E27FC236}">
                    <a16:creationId xmlns:a16="http://schemas.microsoft.com/office/drawing/2014/main" id="{58B5DF83-D53E-4D6C-AFAC-E93FEB84C978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703922" y="4582478"/>
                <a:ext cx="1907999" cy="203912"/>
              </a:xfrm>
              <a:prstGeom prst="rect">
                <a:avLst/>
              </a:prstGeom>
              <a:grpFill/>
              <a:ln w="38100">
                <a:solidFill>
                  <a:schemeClr val="accent2">
                    <a:lumMod val="20000"/>
                    <a:lumOff val="80000"/>
                  </a:schemeClr>
                </a:solidFill>
              </a:ln>
            </p:spPr>
            <p:style>
              <a:lnRef idx="2">
                <a:schemeClr val="accent2">
                  <a:shade val="50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wrap="square" anchor="ctr"/>
              <a:lstStyle>
                <a:lvl1pPr marL="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rtl="0">
                  <a:defRPr sz="1000"/>
                </a:pPr>
                <a:endParaRPr lang="ja-JP" altLang="en-US" sz="1100" b="0" i="0" strike="noStrike">
                  <a:solidFill>
                    <a:srgbClr val="FFFFFF"/>
                  </a:solidFill>
                  <a:latin typeface="ＭＳ Ｐゴシック"/>
                  <a:ea typeface="ＭＳ Ｐゴシック"/>
                  <a:cs typeface="ＭＳ Ｐゴシック"/>
                </a:endParaRPr>
              </a:p>
            </p:txBody>
          </p:sp>
          <p:sp>
            <p:nvSpPr>
              <p:cNvPr id="14" name="正方形/長方形 13">
                <a:extLst>
                  <a:ext uri="{FF2B5EF4-FFF2-40B4-BE49-F238E27FC236}">
                    <a16:creationId xmlns:a16="http://schemas.microsoft.com/office/drawing/2014/main" id="{DAA96422-0943-41BF-8439-4E831E8AD0BE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3436570" y="4582478"/>
                <a:ext cx="180000" cy="520030"/>
              </a:xfrm>
              <a:prstGeom prst="rect">
                <a:avLst/>
              </a:prstGeom>
              <a:grpFill/>
              <a:ln w="38100">
                <a:solidFill>
                  <a:schemeClr val="accent2">
                    <a:lumMod val="20000"/>
                    <a:lumOff val="80000"/>
                  </a:schemeClr>
                </a:solidFill>
              </a:ln>
            </p:spPr>
            <p:style>
              <a:lnRef idx="2">
                <a:schemeClr val="accent2">
                  <a:shade val="50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wrap="square" anchor="ctr"/>
              <a:lstStyle>
                <a:lvl1pPr marL="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rtl="0">
                  <a:defRPr sz="1000"/>
                </a:pPr>
                <a:endParaRPr lang="ja-JP" altLang="en-US" sz="1100" b="0" i="0" strike="noStrike">
                  <a:solidFill>
                    <a:srgbClr val="FFFFFF"/>
                  </a:solidFill>
                  <a:latin typeface="ＭＳ Ｐゴシック"/>
                  <a:ea typeface="ＭＳ Ｐゴシック"/>
                  <a:cs typeface="ＭＳ Ｐゴシック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5499430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6FB4B5C-F941-4FEC-8541-DFBCDCDB23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9610F0BF-E36A-4E42-8823-CC0128C1D9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48086ECC-DE01-4B49-8E0C-A33DC50B759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DB131C5D-FB5A-43AD-9D8C-C8F8B5878A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AF2B3E-F3CE-4082-A36B-B40706E19A2E}" type="datetimeFigureOut">
              <a:rPr kumimoji="1" lang="ja-JP" altLang="en-US" smtClean="0"/>
              <a:t>2025/9/5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2A5B7907-E220-457A-B9F1-F09AB55FF7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21B4C9B0-BF2A-4A9A-8E49-A6DEB89CE2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0C56CE-80B2-4D0A-A4EC-71671BE97F4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746176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72AF0FF-976E-4D9D-A8D4-93DA38624E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75B41348-675E-4DB5-8133-D406905254B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039499E7-6E16-4E52-ACEF-CBD9D45EA6B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FAF779BE-D2EF-46D9-84CB-4209A535D7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AF2B3E-F3CE-4082-A36B-B40706E19A2E}" type="datetimeFigureOut">
              <a:rPr kumimoji="1" lang="ja-JP" altLang="en-US" smtClean="0"/>
              <a:t>2025/9/5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D609927F-9943-4F6C-8288-11C245677D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1D654B65-D711-498F-9FAB-BD0D189A27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0C56CE-80B2-4D0A-A4EC-71671BE97F4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050842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B08C042-6979-4691-8B04-79B8D441DF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DE6CC948-2AFA-459C-A88D-A4870392F01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F0D07F3B-04B9-4E8D-89BF-C23DE30F6D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AF2B3E-F3CE-4082-A36B-B40706E19A2E}" type="datetimeFigureOut">
              <a:rPr kumimoji="1" lang="ja-JP" altLang="en-US" smtClean="0"/>
              <a:t>2025/9/5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00AE2FC0-DD04-450E-95CC-CFC123656F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F5DB44C-1870-4231-A271-27865E87C4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0C56CE-80B2-4D0A-A4EC-71671BE97F4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506266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1003A1D3-360E-4B0E-A429-2C44E9C1262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550E4BE4-6394-4591-A866-137A525822D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8D6F94AF-DAF4-4F3F-9B45-D26F0C0E52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AF2B3E-F3CE-4082-A36B-B40706E19A2E}" type="datetimeFigureOut">
              <a:rPr kumimoji="1" lang="ja-JP" altLang="en-US" smtClean="0"/>
              <a:t>2025/9/5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D9320C9B-4F2E-4967-B14D-A53E5B6406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B771B999-8D37-4A58-A0D1-5395169172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0C56CE-80B2-4D0A-A4EC-71671BE97F4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126540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1CC39082-6EF0-4A3E-8DDB-A9497D604A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7FB6E872-32A7-418E-8169-8A10799422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E0E45C1A-0B40-41BD-8E4B-6545BD364FC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DAF2B3E-F3CE-4082-A36B-B40706E19A2E}" type="datetimeFigureOut">
              <a:rPr kumimoji="1" lang="ja-JP" altLang="en-US" smtClean="0"/>
              <a:t>2025/9/5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38090DD2-880A-413A-A82D-BA347B23F92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585984D6-E7D0-414A-953D-B32FB85B19C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E0C56CE-80B2-4D0A-A4EC-71671BE97F4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6447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385DD5-9324-1083-4CAC-590EB4DC6D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4BF7D3A0-E14D-577F-02F7-9F9D21BF1980}"/>
              </a:ext>
            </a:extLst>
          </p:cNvPr>
          <p:cNvSpPr/>
          <p:nvPr/>
        </p:nvSpPr>
        <p:spPr>
          <a:xfrm rot="5400000">
            <a:off x="2749587" y="2466457"/>
            <a:ext cx="2636650" cy="64800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defTabSz="457200">
              <a:defRPr sz="1000"/>
            </a:pPr>
            <a:r>
              <a:rPr lang="ja-JP" altLang="en-US" dirty="0">
                <a:solidFill>
                  <a:srgbClr val="FFFFFF"/>
                </a:solidFill>
                <a:latin typeface="ＭＳ Ｐゴシック"/>
                <a:ea typeface="ＭＳ Ｐゴシック"/>
                <a:cs typeface="ＭＳ Ｐゴシック"/>
              </a:rPr>
              <a:t>ブビンガ</a:t>
            </a:r>
            <a:endParaRPr lang="ja-JP" altLang="en-US" sz="1100" b="0" i="0" strike="noStrike" kern="1200" dirty="0">
              <a:solidFill>
                <a:srgbClr val="FFFFFF"/>
              </a:solidFill>
              <a:latin typeface="ＭＳ Ｐゴシック"/>
              <a:ea typeface="ＭＳ Ｐゴシック"/>
              <a:cs typeface="ＭＳ Ｐゴシック"/>
            </a:endParaRPr>
          </a:p>
        </p:txBody>
      </p:sp>
      <p:sp>
        <p:nvSpPr>
          <p:cNvPr id="35" name="テキスト ボックス 34">
            <a:extLst>
              <a:ext uri="{FF2B5EF4-FFF2-40B4-BE49-F238E27FC236}">
                <a16:creationId xmlns:a16="http://schemas.microsoft.com/office/drawing/2014/main" id="{78585D8F-6EB8-BAB1-9EDE-DD777CD94B0D}"/>
              </a:ext>
            </a:extLst>
          </p:cNvPr>
          <p:cNvSpPr txBox="1"/>
          <p:nvPr/>
        </p:nvSpPr>
        <p:spPr>
          <a:xfrm>
            <a:off x="76506" y="86160"/>
            <a:ext cx="2809569" cy="36933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endParaRPr lang="ja-JP" altLang="en-US" dirty="0">
              <a:ea typeface="游ゴシック"/>
            </a:endParaRPr>
          </a:p>
        </p:txBody>
      </p:sp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F3E73937-1867-A414-1BCE-2DF9ACAA9F90}"/>
              </a:ext>
            </a:extLst>
          </p:cNvPr>
          <p:cNvSpPr/>
          <p:nvPr/>
        </p:nvSpPr>
        <p:spPr>
          <a:xfrm rot="18322793">
            <a:off x="7262377" y="1848767"/>
            <a:ext cx="201600" cy="479013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4" name="矢印: 右 13">
            <a:extLst>
              <a:ext uri="{FF2B5EF4-FFF2-40B4-BE49-F238E27FC236}">
                <a16:creationId xmlns:a16="http://schemas.microsoft.com/office/drawing/2014/main" id="{03221834-4378-F480-C7ED-AA5ADAA814AC}"/>
              </a:ext>
            </a:extLst>
          </p:cNvPr>
          <p:cNvSpPr/>
          <p:nvPr/>
        </p:nvSpPr>
        <p:spPr>
          <a:xfrm>
            <a:off x="6698253" y="212657"/>
            <a:ext cx="3126995" cy="343401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92" name="図 91">
            <a:extLst>
              <a:ext uri="{FF2B5EF4-FFF2-40B4-BE49-F238E27FC236}">
                <a16:creationId xmlns:a16="http://schemas.microsoft.com/office/drawing/2014/main" id="{BDDDD720-75E8-99DE-515B-4FC42F9DD7E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20639107" flipH="1">
            <a:off x="3979837" y="2209461"/>
            <a:ext cx="369160" cy="330847"/>
          </a:xfrm>
          <a:prstGeom prst="rect">
            <a:avLst/>
          </a:prstGeom>
        </p:spPr>
      </p:pic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37033215-15CD-8E6D-E3FB-B1EE67D736AF}"/>
              </a:ext>
            </a:extLst>
          </p:cNvPr>
          <p:cNvSpPr/>
          <p:nvPr/>
        </p:nvSpPr>
        <p:spPr>
          <a:xfrm>
            <a:off x="8461724" y="4783572"/>
            <a:ext cx="325394" cy="559515"/>
          </a:xfrm>
          <a:prstGeom prst="rect">
            <a:avLst/>
          </a:prstGeom>
          <a:solidFill>
            <a:schemeClr val="bg2">
              <a:lumMod val="75000"/>
            </a:schemeClr>
          </a:solidFill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楕円 10">
            <a:extLst>
              <a:ext uri="{FF2B5EF4-FFF2-40B4-BE49-F238E27FC236}">
                <a16:creationId xmlns:a16="http://schemas.microsoft.com/office/drawing/2014/main" id="{D08D4D0C-51FD-7358-DD0B-2466DCD0015F}"/>
              </a:ext>
            </a:extLst>
          </p:cNvPr>
          <p:cNvSpPr/>
          <p:nvPr/>
        </p:nvSpPr>
        <p:spPr>
          <a:xfrm>
            <a:off x="7996734" y="2261918"/>
            <a:ext cx="385800" cy="1258678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ja-JP" altLang="en-US" sz="1400" b="1">
                <a:ea typeface="游ゴシック"/>
              </a:rPr>
              <a:t>登壇</a:t>
            </a:r>
            <a:endParaRPr lang="ja-JP" altLang="en-US" sz="1400" b="1" dirty="0">
              <a:ea typeface="游ゴシック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D4E5A76E-696E-99FA-0F58-9BFA48074F37}"/>
              </a:ext>
            </a:extLst>
          </p:cNvPr>
          <p:cNvSpPr txBox="1"/>
          <p:nvPr/>
        </p:nvSpPr>
        <p:spPr>
          <a:xfrm>
            <a:off x="8462369" y="4846799"/>
            <a:ext cx="295344" cy="43088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kumimoji="1" lang="ja-JP" altLang="en-US" sz="1100" b="1">
                <a:solidFill>
                  <a:srgbClr val="FFFFFF"/>
                </a:solidFill>
                <a:ea typeface="游ゴシック"/>
              </a:rPr>
              <a:t>祭</a:t>
            </a:r>
            <a:endParaRPr lang="en-US">
              <a:solidFill>
                <a:srgbClr val="FFFFFF"/>
              </a:solidFill>
            </a:endParaRPr>
          </a:p>
          <a:p>
            <a:r>
              <a:rPr kumimoji="1" lang="ja-JP" altLang="en-US" sz="1100" b="1">
                <a:solidFill>
                  <a:srgbClr val="FFFFFF"/>
                </a:solidFill>
                <a:ea typeface="游ゴシック"/>
              </a:rPr>
              <a:t>壇</a:t>
            </a:r>
            <a:endParaRPr lang="ja-JP">
              <a:solidFill>
                <a:srgbClr val="FFFFFF"/>
              </a:solidFill>
            </a:endParaRPr>
          </a:p>
        </p:txBody>
      </p:sp>
      <p:sp>
        <p:nvSpPr>
          <p:cNvPr id="16" name="正方形/長方形 15">
            <a:extLst>
              <a:ext uri="{FF2B5EF4-FFF2-40B4-BE49-F238E27FC236}">
                <a16:creationId xmlns:a16="http://schemas.microsoft.com/office/drawing/2014/main" id="{8316A186-342E-9C5F-44CF-94E8C4157EF9}"/>
              </a:ext>
            </a:extLst>
          </p:cNvPr>
          <p:cNvSpPr/>
          <p:nvPr/>
        </p:nvSpPr>
        <p:spPr>
          <a:xfrm rot="16200000">
            <a:off x="7653866" y="3841811"/>
            <a:ext cx="325394" cy="151398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3" name="楕円 82">
            <a:extLst>
              <a:ext uri="{FF2B5EF4-FFF2-40B4-BE49-F238E27FC236}">
                <a16:creationId xmlns:a16="http://schemas.microsoft.com/office/drawing/2014/main" id="{A3362838-46C0-DEFF-1A54-A6721226E28A}"/>
              </a:ext>
            </a:extLst>
          </p:cNvPr>
          <p:cNvSpPr/>
          <p:nvPr/>
        </p:nvSpPr>
        <p:spPr>
          <a:xfrm>
            <a:off x="7730595" y="2891257"/>
            <a:ext cx="85968" cy="85968"/>
          </a:xfrm>
          <a:prstGeom prst="ellipse">
            <a:avLst/>
          </a:pr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6" name="正方形/長方形 105">
            <a:extLst>
              <a:ext uri="{FF2B5EF4-FFF2-40B4-BE49-F238E27FC236}">
                <a16:creationId xmlns:a16="http://schemas.microsoft.com/office/drawing/2014/main" id="{DE12F322-FB13-7E5E-8C06-111BD77346B1}"/>
              </a:ext>
            </a:extLst>
          </p:cNvPr>
          <p:cNvSpPr/>
          <p:nvPr/>
        </p:nvSpPr>
        <p:spPr>
          <a:xfrm>
            <a:off x="5601445" y="5099223"/>
            <a:ext cx="201600" cy="2016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6350">
            <a:solidFill>
              <a:sysClr val="windowText" lastClr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kumimoji="1" lang="ja-JP" altLang="en-US" sz="1100" dirty="0">
              <a:solidFill>
                <a:sysClr val="windowText" lastClr="000000"/>
              </a:solidFill>
            </a:endParaRPr>
          </a:p>
        </p:txBody>
      </p:sp>
      <p:sp>
        <p:nvSpPr>
          <p:cNvPr id="107" name="正方形/長方形 106">
            <a:extLst>
              <a:ext uri="{FF2B5EF4-FFF2-40B4-BE49-F238E27FC236}">
                <a16:creationId xmlns:a16="http://schemas.microsoft.com/office/drawing/2014/main" id="{6F50195B-1A91-F710-C831-5D06277E370E}"/>
              </a:ext>
            </a:extLst>
          </p:cNvPr>
          <p:cNvSpPr/>
          <p:nvPr/>
        </p:nvSpPr>
        <p:spPr>
          <a:xfrm>
            <a:off x="5359648" y="5099223"/>
            <a:ext cx="201600" cy="2016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6350">
            <a:solidFill>
              <a:sysClr val="windowText" lastClr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kumimoji="1" lang="ja-JP" altLang="en-US" sz="1100" dirty="0">
              <a:solidFill>
                <a:sysClr val="windowText" lastClr="000000"/>
              </a:solidFill>
            </a:endParaRPr>
          </a:p>
        </p:txBody>
      </p:sp>
      <p:sp>
        <p:nvSpPr>
          <p:cNvPr id="108" name="正方形/長方形 107">
            <a:extLst>
              <a:ext uri="{FF2B5EF4-FFF2-40B4-BE49-F238E27FC236}">
                <a16:creationId xmlns:a16="http://schemas.microsoft.com/office/drawing/2014/main" id="{445C212A-77AA-D477-3439-7B215A680517}"/>
              </a:ext>
            </a:extLst>
          </p:cNvPr>
          <p:cNvSpPr/>
          <p:nvPr/>
        </p:nvSpPr>
        <p:spPr>
          <a:xfrm>
            <a:off x="5117853" y="5099223"/>
            <a:ext cx="201600" cy="2016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6350">
            <a:solidFill>
              <a:sysClr val="windowText" lastClr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kumimoji="1" lang="ja-JP" altLang="en-US" sz="1100" dirty="0">
              <a:solidFill>
                <a:sysClr val="windowText" lastClr="000000"/>
              </a:solidFill>
            </a:endParaRPr>
          </a:p>
        </p:txBody>
      </p:sp>
      <p:sp>
        <p:nvSpPr>
          <p:cNvPr id="109" name="正方形/長方形 108">
            <a:extLst>
              <a:ext uri="{FF2B5EF4-FFF2-40B4-BE49-F238E27FC236}">
                <a16:creationId xmlns:a16="http://schemas.microsoft.com/office/drawing/2014/main" id="{2B476831-BF06-DD1D-C385-994909899B3F}"/>
              </a:ext>
            </a:extLst>
          </p:cNvPr>
          <p:cNvSpPr/>
          <p:nvPr/>
        </p:nvSpPr>
        <p:spPr>
          <a:xfrm>
            <a:off x="4876058" y="5099223"/>
            <a:ext cx="201600" cy="2016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6350">
            <a:solidFill>
              <a:sysClr val="windowText" lastClr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kumimoji="1" lang="ja-JP" altLang="en-US" sz="1100" dirty="0">
              <a:solidFill>
                <a:sysClr val="windowText" lastClr="000000"/>
              </a:solidFill>
            </a:endParaRPr>
          </a:p>
        </p:txBody>
      </p:sp>
      <p:sp>
        <p:nvSpPr>
          <p:cNvPr id="110" name="正方形/長方形 109">
            <a:extLst>
              <a:ext uri="{FF2B5EF4-FFF2-40B4-BE49-F238E27FC236}">
                <a16:creationId xmlns:a16="http://schemas.microsoft.com/office/drawing/2014/main" id="{00C55C7D-EAAE-3019-BE77-436E6920E78A}"/>
              </a:ext>
            </a:extLst>
          </p:cNvPr>
          <p:cNvSpPr/>
          <p:nvPr/>
        </p:nvSpPr>
        <p:spPr>
          <a:xfrm>
            <a:off x="4634263" y="5099223"/>
            <a:ext cx="201600" cy="2016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63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tIns="0" rIns="0" bIns="0" rtlCol="0" anchor="ctr" anchorCtr="1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ja-JP" altLang="en-US" sz="1000" dirty="0">
              <a:solidFill>
                <a:schemeClr val="tx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11" name="正方形/長方形 110">
            <a:extLst>
              <a:ext uri="{FF2B5EF4-FFF2-40B4-BE49-F238E27FC236}">
                <a16:creationId xmlns:a16="http://schemas.microsoft.com/office/drawing/2014/main" id="{9778CE6E-1F0F-6843-CD21-5AE77EE877B7}"/>
              </a:ext>
            </a:extLst>
          </p:cNvPr>
          <p:cNvSpPr/>
          <p:nvPr/>
        </p:nvSpPr>
        <p:spPr>
          <a:xfrm>
            <a:off x="4392468" y="5099223"/>
            <a:ext cx="201600" cy="2016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63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tIns="0" rIns="0" bIns="0" rtlCol="0" anchor="ctr" anchorCtr="1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ja-JP" altLang="en-US" sz="1000" dirty="0">
              <a:solidFill>
                <a:schemeClr val="tx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40" name="正方形/長方形 139">
            <a:extLst>
              <a:ext uri="{FF2B5EF4-FFF2-40B4-BE49-F238E27FC236}">
                <a16:creationId xmlns:a16="http://schemas.microsoft.com/office/drawing/2014/main" id="{868EBB68-1D84-9336-6FCA-59F98BA25C4B}"/>
              </a:ext>
            </a:extLst>
          </p:cNvPr>
          <p:cNvSpPr/>
          <p:nvPr/>
        </p:nvSpPr>
        <p:spPr>
          <a:xfrm rot="2291995">
            <a:off x="7415217" y="1758516"/>
            <a:ext cx="201600" cy="201600"/>
          </a:xfrm>
          <a:prstGeom prst="rect">
            <a:avLst/>
          </a:prstGeom>
          <a:solidFill>
            <a:schemeClr val="bg1"/>
          </a:solidFill>
          <a:ln w="63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tIns="0" rIns="0" bIns="0" rtlCol="0" anchor="ctr" anchorCtr="1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kumimoji="1" lang="ja-JP" altLang="en-US" sz="600" dirty="0">
              <a:solidFill>
                <a:schemeClr val="tx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graphicFrame>
        <p:nvGraphicFramePr>
          <p:cNvPr id="17" name="Table 16">
            <a:extLst>
              <a:ext uri="{FF2B5EF4-FFF2-40B4-BE49-F238E27FC236}">
                <a16:creationId xmlns:a16="http://schemas.microsoft.com/office/drawing/2014/main" id="{51EFDBC8-0615-5B44-BAE2-ACB6AD0D8A5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11890814"/>
              </p:ext>
            </p:extLst>
          </p:nvPr>
        </p:nvGraphicFramePr>
        <p:xfrm>
          <a:off x="304422" y="123380"/>
          <a:ext cx="5350395" cy="372072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5350395">
                  <a:extLst>
                    <a:ext uri="{9D8B030D-6E8A-4147-A177-3AD203B41FA5}">
                      <a16:colId xmlns:a16="http://schemas.microsoft.com/office/drawing/2014/main" val="636781040"/>
                    </a:ext>
                  </a:extLst>
                </a:gridCol>
              </a:tblGrid>
              <a:tr h="372072">
                <a:tc>
                  <a:txBody>
                    <a:bodyPr/>
                    <a:lstStyle/>
                    <a:p>
                      <a:pPr>
                        <a:lnSpc>
                          <a:spcPts val="1560"/>
                        </a:lnSpc>
                      </a:pPr>
                      <a:r>
                        <a:rPr lang="en-US" altLang="ja-JP" sz="1800" dirty="0">
                          <a:effectLst/>
                          <a:latin typeface="Meiryo UI"/>
                          <a:ea typeface="Meiryo UI"/>
                        </a:rPr>
                        <a:t>88</a:t>
                      </a:r>
                      <a:r>
                        <a:rPr lang="ja-JP" altLang="en-US" sz="1800" dirty="0">
                          <a:effectLst/>
                          <a:latin typeface="Meiryo UI"/>
                          <a:ea typeface="Meiryo UI"/>
                        </a:rPr>
                        <a:t>感門 座席（</a:t>
                      </a:r>
                      <a:r>
                        <a:rPr lang="en-US" altLang="ja-JP" sz="1800" dirty="0">
                          <a:effectLst/>
                          <a:latin typeface="Meiryo UI"/>
                          <a:ea typeface="Meiryo UI"/>
                        </a:rPr>
                        <a:t>1</a:t>
                      </a:r>
                      <a:r>
                        <a:rPr lang="ja-JP" altLang="en-US" sz="1800" dirty="0">
                          <a:effectLst/>
                          <a:latin typeface="Meiryo UI"/>
                          <a:ea typeface="Meiryo UI"/>
                        </a:rPr>
                        <a:t>：オープニング～</a:t>
                      </a:r>
                      <a:r>
                        <a:rPr lang="en-US" altLang="ja-JP" sz="1800" dirty="0">
                          <a:effectLst/>
                          <a:latin typeface="Meiryo UI"/>
                          <a:ea typeface="Meiryo UI"/>
                        </a:rPr>
                        <a:t>P-1</a:t>
                      </a:r>
                      <a:r>
                        <a:rPr lang="ja-JP" altLang="en-US" sz="1800" dirty="0">
                          <a:effectLst/>
                          <a:latin typeface="Meiryo UI"/>
                          <a:ea typeface="Meiryo UI"/>
                        </a:rPr>
                        <a:t>）　</a:t>
                      </a:r>
                      <a:endParaRPr lang="ja-JP" altLang="en-US" sz="1800" b="0" i="0" u="none" strike="noStrike" noProof="0" dirty="0">
                        <a:effectLst/>
                        <a:latin typeface="Meiryo UI"/>
                        <a:ea typeface="Meiryo UI"/>
                      </a:endParaRPr>
                    </a:p>
                  </a:txBody>
                  <a:tcPr marL="47625" marR="47625" marT="47625" marB="47625" anchor="ctr">
                    <a:lnL w="9525" cap="flat" cmpd="sng" algn="ctr">
                      <a:solidFill>
                        <a:srgbClr val="9577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577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577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577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26614782"/>
                  </a:ext>
                </a:extLst>
              </a:tr>
            </a:tbl>
          </a:graphicData>
        </a:graphic>
      </p:graphicFrame>
      <p:sp>
        <p:nvSpPr>
          <p:cNvPr id="10" name="四角形: 角を丸くする 89">
            <a:extLst>
              <a:ext uri="{FF2B5EF4-FFF2-40B4-BE49-F238E27FC236}">
                <a16:creationId xmlns:a16="http://schemas.microsoft.com/office/drawing/2014/main" id="{36B272FA-A3DF-B61A-2602-3517E9D5E59B}"/>
              </a:ext>
            </a:extLst>
          </p:cNvPr>
          <p:cNvSpPr/>
          <p:nvPr/>
        </p:nvSpPr>
        <p:spPr>
          <a:xfrm>
            <a:off x="4624000" y="5300349"/>
            <a:ext cx="1030069" cy="333195"/>
          </a:xfrm>
          <a:prstGeom prst="roundRect">
            <a:avLst/>
          </a:prstGeom>
          <a:noFill/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t"/>
          <a:lstStyle/>
          <a:p>
            <a:pPr algn="ctr"/>
            <a:r>
              <a:rPr lang="ja-JP" altLang="en-US" sz="1100" dirty="0">
                <a:solidFill>
                  <a:sysClr val="windowText" lastClr="000000"/>
                </a:solidFill>
                <a:latin typeface="Meiryo UI"/>
                <a:ea typeface="Meiryo UI"/>
              </a:rPr>
              <a:t>カウンター</a:t>
            </a:r>
            <a:endParaRPr lang="en-US" altLang="ja-JP" dirty="0">
              <a:latin typeface="Meiryo UI"/>
              <a:ea typeface="Meiryo UI"/>
            </a:endParaRPr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B07D97F6-A8E5-6028-39AE-B0E48591954F}"/>
              </a:ext>
            </a:extLst>
          </p:cNvPr>
          <p:cNvSpPr/>
          <p:nvPr/>
        </p:nvSpPr>
        <p:spPr>
          <a:xfrm rot="5400000">
            <a:off x="5058329" y="4599433"/>
            <a:ext cx="124387" cy="202610"/>
          </a:xfrm>
          <a:prstGeom prst="rect">
            <a:avLst/>
          </a:prstGeom>
          <a:solidFill>
            <a:schemeClr val="accent2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C546FE7E-711E-884F-6B23-754D071EF37C}"/>
              </a:ext>
            </a:extLst>
          </p:cNvPr>
          <p:cNvSpPr/>
          <p:nvPr/>
        </p:nvSpPr>
        <p:spPr>
          <a:xfrm>
            <a:off x="7978132" y="5174449"/>
            <a:ext cx="404402" cy="201600"/>
          </a:xfrm>
          <a:prstGeom prst="rect">
            <a:avLst/>
          </a:prstGeom>
          <a:solidFill>
            <a:schemeClr val="bg2">
              <a:lumMod val="75000"/>
            </a:schemeClr>
          </a:solidFill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22" name="図 21">
            <a:extLst>
              <a:ext uri="{FF2B5EF4-FFF2-40B4-BE49-F238E27FC236}">
                <a16:creationId xmlns:a16="http://schemas.microsoft.com/office/drawing/2014/main" id="{D4598BAE-5819-FB60-EC0B-E6AA411935C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20639107" flipH="1">
            <a:off x="3969243" y="3132852"/>
            <a:ext cx="369160" cy="330847"/>
          </a:xfrm>
          <a:prstGeom prst="rect">
            <a:avLst/>
          </a:prstGeom>
        </p:spPr>
      </p:pic>
      <p:pic>
        <p:nvPicPr>
          <p:cNvPr id="31" name="図 30">
            <a:extLst>
              <a:ext uri="{FF2B5EF4-FFF2-40B4-BE49-F238E27FC236}">
                <a16:creationId xmlns:a16="http://schemas.microsoft.com/office/drawing/2014/main" id="{F13A55B1-1FAC-54A7-618A-C5730D347D2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20639107" flipH="1">
            <a:off x="2564347" y="2651717"/>
            <a:ext cx="369160" cy="330847"/>
          </a:xfrm>
          <a:prstGeom prst="rect">
            <a:avLst/>
          </a:prstGeom>
        </p:spPr>
      </p:pic>
      <p:pic>
        <p:nvPicPr>
          <p:cNvPr id="32" name="図 31">
            <a:extLst>
              <a:ext uri="{FF2B5EF4-FFF2-40B4-BE49-F238E27FC236}">
                <a16:creationId xmlns:a16="http://schemas.microsoft.com/office/drawing/2014/main" id="{D0034585-99B2-5B1D-B9F2-2A62830E80F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20639107" flipH="1">
            <a:off x="3935968" y="2663088"/>
            <a:ext cx="369160" cy="330847"/>
          </a:xfrm>
          <a:prstGeom prst="rect">
            <a:avLst/>
          </a:prstGeom>
        </p:spPr>
      </p:pic>
      <p:sp>
        <p:nvSpPr>
          <p:cNvPr id="41" name="四角形: 角を丸くする 40">
            <a:extLst>
              <a:ext uri="{FF2B5EF4-FFF2-40B4-BE49-F238E27FC236}">
                <a16:creationId xmlns:a16="http://schemas.microsoft.com/office/drawing/2014/main" id="{7067D083-4EC5-784C-DD7B-020591A9B1B3}"/>
              </a:ext>
            </a:extLst>
          </p:cNvPr>
          <p:cNvSpPr/>
          <p:nvPr/>
        </p:nvSpPr>
        <p:spPr>
          <a:xfrm>
            <a:off x="2619375" y="1472132"/>
            <a:ext cx="266700" cy="1112680"/>
          </a:xfrm>
          <a:prstGeom prst="round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200" dirty="0"/>
              <a:t>照明</a:t>
            </a:r>
          </a:p>
        </p:txBody>
      </p:sp>
      <p:sp>
        <p:nvSpPr>
          <p:cNvPr id="43" name="四角形: 角を丸くする 42">
            <a:extLst>
              <a:ext uri="{FF2B5EF4-FFF2-40B4-BE49-F238E27FC236}">
                <a16:creationId xmlns:a16="http://schemas.microsoft.com/office/drawing/2014/main" id="{84193791-C090-0135-CBD0-86F0F3CFE1D0}"/>
              </a:ext>
            </a:extLst>
          </p:cNvPr>
          <p:cNvSpPr/>
          <p:nvPr/>
        </p:nvSpPr>
        <p:spPr>
          <a:xfrm>
            <a:off x="2601129" y="3041681"/>
            <a:ext cx="266700" cy="1112680"/>
          </a:xfrm>
          <a:prstGeom prst="round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200" dirty="0"/>
              <a:t>照明</a:t>
            </a:r>
          </a:p>
        </p:txBody>
      </p:sp>
      <p:sp>
        <p:nvSpPr>
          <p:cNvPr id="48" name="正方形/長方形 47">
            <a:extLst>
              <a:ext uri="{FF2B5EF4-FFF2-40B4-BE49-F238E27FC236}">
                <a16:creationId xmlns:a16="http://schemas.microsoft.com/office/drawing/2014/main" id="{2136F020-8A55-AA37-46D4-7BB1977BE725}"/>
              </a:ext>
            </a:extLst>
          </p:cNvPr>
          <p:cNvSpPr/>
          <p:nvPr/>
        </p:nvSpPr>
        <p:spPr>
          <a:xfrm rot="1577398">
            <a:off x="4128417" y="1625316"/>
            <a:ext cx="72000" cy="46800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9" name="テキスト ボックス 48">
            <a:extLst>
              <a:ext uri="{FF2B5EF4-FFF2-40B4-BE49-F238E27FC236}">
                <a16:creationId xmlns:a16="http://schemas.microsoft.com/office/drawing/2014/main" id="{11F485F3-77B8-3B75-4853-C651A17F43B2}"/>
              </a:ext>
            </a:extLst>
          </p:cNvPr>
          <p:cNvSpPr txBox="1"/>
          <p:nvPr/>
        </p:nvSpPr>
        <p:spPr>
          <a:xfrm>
            <a:off x="3387696" y="1546182"/>
            <a:ext cx="748923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1100" b="1" dirty="0"/>
              <a:t>返し</a:t>
            </a:r>
            <a:endParaRPr kumimoji="1" lang="en-US" altLang="ja-JP" sz="1100" b="1" dirty="0"/>
          </a:p>
          <a:p>
            <a:r>
              <a:rPr kumimoji="1" lang="ja-JP" altLang="en-US" sz="1100" b="1" dirty="0"/>
              <a:t>モニター</a:t>
            </a:r>
          </a:p>
        </p:txBody>
      </p:sp>
      <p:grpSp>
        <p:nvGrpSpPr>
          <p:cNvPr id="84" name="グループ化 83">
            <a:extLst>
              <a:ext uri="{FF2B5EF4-FFF2-40B4-BE49-F238E27FC236}">
                <a16:creationId xmlns:a16="http://schemas.microsoft.com/office/drawing/2014/main" id="{C98AAB6C-F305-8FA8-5E14-BF2A8E0CB12F}"/>
              </a:ext>
            </a:extLst>
          </p:cNvPr>
          <p:cNvGrpSpPr/>
          <p:nvPr/>
        </p:nvGrpSpPr>
        <p:grpSpPr>
          <a:xfrm>
            <a:off x="4509952" y="1581184"/>
            <a:ext cx="252000" cy="2449653"/>
            <a:chOff x="4509952" y="1609759"/>
            <a:chExt cx="252000" cy="2449653"/>
          </a:xfrm>
        </p:grpSpPr>
        <p:sp>
          <p:nvSpPr>
            <p:cNvPr id="52" name="正方形/長方形 51">
              <a:extLst>
                <a:ext uri="{FF2B5EF4-FFF2-40B4-BE49-F238E27FC236}">
                  <a16:creationId xmlns:a16="http://schemas.microsoft.com/office/drawing/2014/main" id="{8DF2746B-EE60-5E4B-6163-E449EC39A521}"/>
                </a:ext>
              </a:extLst>
            </p:cNvPr>
            <p:cNvSpPr/>
            <p:nvPr/>
          </p:nvSpPr>
          <p:spPr>
            <a:xfrm>
              <a:off x="4509952" y="2159173"/>
              <a:ext cx="252000" cy="252000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6350"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lIns="0" tIns="0" rIns="0" bIns="0" rtlCol="0" anchor="ctr" anchorCtr="1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ja-JP" altLang="en-US" sz="600" dirty="0">
                  <a:solidFill>
                    <a:schemeClr val="tx1"/>
                  </a:solidFill>
                  <a:latin typeface="Meiryo UI" panose="020B0604030504040204" pitchFamily="50" charset="-128"/>
                  <a:ea typeface="Meiryo UI" panose="020B0604030504040204" pitchFamily="50" charset="-128"/>
                </a:rPr>
                <a:t>風土</a:t>
              </a:r>
            </a:p>
          </p:txBody>
        </p:sp>
        <p:sp>
          <p:nvSpPr>
            <p:cNvPr id="54" name="正方形/長方形 53">
              <a:extLst>
                <a:ext uri="{FF2B5EF4-FFF2-40B4-BE49-F238E27FC236}">
                  <a16:creationId xmlns:a16="http://schemas.microsoft.com/office/drawing/2014/main" id="{21C61819-7097-2673-A622-C2F855288511}"/>
                </a:ext>
              </a:extLst>
            </p:cNvPr>
            <p:cNvSpPr/>
            <p:nvPr/>
          </p:nvSpPr>
          <p:spPr>
            <a:xfrm>
              <a:off x="4509952" y="2708587"/>
              <a:ext cx="252000" cy="252000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lIns="0" tIns="0" rIns="0" bIns="0" rtlCol="0" anchor="ctr" anchorCtr="1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ja-JP" altLang="en-US" sz="600" dirty="0">
                  <a:solidFill>
                    <a:schemeClr val="tx1"/>
                  </a:solidFill>
                  <a:latin typeface="Meiryo UI" panose="020B0604030504040204" pitchFamily="50" charset="-128"/>
                  <a:ea typeface="Meiryo UI" panose="020B0604030504040204" pitchFamily="50" charset="-128"/>
                </a:rPr>
                <a:t>本城</a:t>
              </a:r>
            </a:p>
          </p:txBody>
        </p:sp>
        <p:sp>
          <p:nvSpPr>
            <p:cNvPr id="55" name="正方形/長方形 54">
              <a:extLst>
                <a:ext uri="{FF2B5EF4-FFF2-40B4-BE49-F238E27FC236}">
                  <a16:creationId xmlns:a16="http://schemas.microsoft.com/office/drawing/2014/main" id="{E5AB2D9E-D954-3854-766A-A276A4679959}"/>
                </a:ext>
              </a:extLst>
            </p:cNvPr>
            <p:cNvSpPr/>
            <p:nvPr/>
          </p:nvSpPr>
          <p:spPr>
            <a:xfrm>
              <a:off x="4509952" y="2433880"/>
              <a:ext cx="252000" cy="252000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6350"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lIns="0" tIns="0" rIns="0" bIns="0" rtlCol="0" anchor="ctr" anchorCtr="1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ja-JP" altLang="en-US" sz="600" dirty="0">
                  <a:solidFill>
                    <a:schemeClr val="tx1"/>
                  </a:solidFill>
                  <a:latin typeface="Meiryo UI" panose="020B0604030504040204" pitchFamily="50" charset="-128"/>
                  <a:ea typeface="Meiryo UI" panose="020B0604030504040204" pitchFamily="50" charset="-128"/>
                </a:rPr>
                <a:t>風土</a:t>
              </a:r>
            </a:p>
          </p:txBody>
        </p:sp>
        <p:sp>
          <p:nvSpPr>
            <p:cNvPr id="56" name="正方形/長方形 55">
              <a:extLst>
                <a:ext uri="{FF2B5EF4-FFF2-40B4-BE49-F238E27FC236}">
                  <a16:creationId xmlns:a16="http://schemas.microsoft.com/office/drawing/2014/main" id="{BCA3C902-C8F3-9BE8-EBDC-666FB0ABDE04}"/>
                </a:ext>
              </a:extLst>
            </p:cNvPr>
            <p:cNvSpPr/>
            <p:nvPr/>
          </p:nvSpPr>
          <p:spPr>
            <a:xfrm>
              <a:off x="4509952" y="2983294"/>
              <a:ext cx="252000" cy="252000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lIns="0" tIns="0" rIns="0" bIns="0" rtlCol="0" anchor="ctr" anchorCtr="1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ja-JP" altLang="en-US" sz="600" dirty="0">
                  <a:solidFill>
                    <a:schemeClr val="tx1"/>
                  </a:solidFill>
                  <a:latin typeface="Meiryo UI" panose="020B0604030504040204" pitchFamily="50" charset="-128"/>
                  <a:ea typeface="Meiryo UI" panose="020B0604030504040204" pitchFamily="50" charset="-128"/>
                </a:rPr>
                <a:t>吉田</a:t>
              </a:r>
            </a:p>
          </p:txBody>
        </p:sp>
        <p:sp>
          <p:nvSpPr>
            <p:cNvPr id="57" name="正方形/長方形 56">
              <a:extLst>
                <a:ext uri="{FF2B5EF4-FFF2-40B4-BE49-F238E27FC236}">
                  <a16:creationId xmlns:a16="http://schemas.microsoft.com/office/drawing/2014/main" id="{B15CE564-F196-713F-A490-0FBFF9FE4ADF}"/>
                </a:ext>
              </a:extLst>
            </p:cNvPr>
            <p:cNvSpPr/>
            <p:nvPr/>
          </p:nvSpPr>
          <p:spPr>
            <a:xfrm>
              <a:off x="4509952" y="3258001"/>
              <a:ext cx="252000" cy="252000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lIns="0" tIns="0" rIns="0" bIns="0" rtlCol="0" anchor="ctr" anchorCtr="1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ja-JP" altLang="en-US" sz="600" dirty="0">
                  <a:solidFill>
                    <a:schemeClr val="tx1"/>
                  </a:solidFill>
                  <a:latin typeface="Meiryo UI" panose="020B0604030504040204" pitchFamily="50" charset="-128"/>
                  <a:ea typeface="Meiryo UI" panose="020B0604030504040204" pitchFamily="50" charset="-128"/>
                </a:rPr>
                <a:t>桂</a:t>
              </a:r>
            </a:p>
          </p:txBody>
        </p:sp>
        <p:sp>
          <p:nvSpPr>
            <p:cNvPr id="58" name="正方形/長方形 57">
              <a:extLst>
                <a:ext uri="{FF2B5EF4-FFF2-40B4-BE49-F238E27FC236}">
                  <a16:creationId xmlns:a16="http://schemas.microsoft.com/office/drawing/2014/main" id="{EA55DC64-063F-3DE1-0133-1746ACA9D116}"/>
                </a:ext>
              </a:extLst>
            </p:cNvPr>
            <p:cNvSpPr/>
            <p:nvPr/>
          </p:nvSpPr>
          <p:spPr>
            <a:xfrm>
              <a:off x="4509952" y="3532708"/>
              <a:ext cx="252000" cy="252000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lIns="0" tIns="0" rIns="0" bIns="0" rtlCol="0" anchor="ctr" anchorCtr="1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ja-JP" altLang="en-US" sz="600" dirty="0">
                  <a:solidFill>
                    <a:schemeClr val="tx1"/>
                  </a:solidFill>
                  <a:latin typeface="Meiryo UI" panose="020B0604030504040204" pitchFamily="50" charset="-128"/>
                  <a:ea typeface="Meiryo UI" panose="020B0604030504040204" pitchFamily="50" charset="-128"/>
                </a:rPr>
                <a:t>中尾</a:t>
              </a:r>
            </a:p>
          </p:txBody>
        </p:sp>
        <p:sp>
          <p:nvSpPr>
            <p:cNvPr id="87" name="正方形/長方形 86">
              <a:extLst>
                <a:ext uri="{FF2B5EF4-FFF2-40B4-BE49-F238E27FC236}">
                  <a16:creationId xmlns:a16="http://schemas.microsoft.com/office/drawing/2014/main" id="{69D7ADCF-1C85-D040-AAD2-325471A1B77C}"/>
                </a:ext>
              </a:extLst>
            </p:cNvPr>
            <p:cNvSpPr/>
            <p:nvPr/>
          </p:nvSpPr>
          <p:spPr>
            <a:xfrm>
              <a:off x="4509952" y="3807412"/>
              <a:ext cx="252000" cy="252000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lIns="0" tIns="0" rIns="0" bIns="0" rtlCol="0" anchor="ctr" anchorCtr="1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ja-JP" altLang="en-US" sz="600" dirty="0">
                  <a:solidFill>
                    <a:schemeClr val="tx1"/>
                  </a:solidFill>
                  <a:latin typeface="Meiryo UI" panose="020B0604030504040204" pitchFamily="50" charset="-128"/>
                  <a:ea typeface="Meiryo UI" panose="020B0604030504040204" pitchFamily="50" charset="-128"/>
                </a:rPr>
                <a:t>中尾子</a:t>
              </a:r>
            </a:p>
          </p:txBody>
        </p:sp>
        <p:sp>
          <p:nvSpPr>
            <p:cNvPr id="50" name="正方形/長方形 49">
              <a:extLst>
                <a:ext uri="{FF2B5EF4-FFF2-40B4-BE49-F238E27FC236}">
                  <a16:creationId xmlns:a16="http://schemas.microsoft.com/office/drawing/2014/main" id="{F2F5ECBF-B59F-0473-9B69-10F157B98FD0}"/>
                </a:ext>
              </a:extLst>
            </p:cNvPr>
            <p:cNvSpPr/>
            <p:nvPr/>
          </p:nvSpPr>
          <p:spPr>
            <a:xfrm>
              <a:off x="4509952" y="1884466"/>
              <a:ext cx="252000" cy="252000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6350"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lIns="0" tIns="0" rIns="0" bIns="0" rtlCol="0" anchor="ctr" anchorCtr="1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ja-JP" altLang="en-US" sz="600" dirty="0">
                  <a:solidFill>
                    <a:schemeClr val="tx1"/>
                  </a:solidFill>
                  <a:latin typeface="Meiryo UI" panose="020B0604030504040204" pitchFamily="50" charset="-128"/>
                  <a:ea typeface="Meiryo UI" panose="020B0604030504040204" pitchFamily="50" charset="-128"/>
                </a:rPr>
                <a:t>風土</a:t>
              </a:r>
            </a:p>
          </p:txBody>
        </p:sp>
        <p:sp>
          <p:nvSpPr>
            <p:cNvPr id="60" name="正方形/長方形 59">
              <a:extLst>
                <a:ext uri="{FF2B5EF4-FFF2-40B4-BE49-F238E27FC236}">
                  <a16:creationId xmlns:a16="http://schemas.microsoft.com/office/drawing/2014/main" id="{0F46AF67-D6F2-164A-92A4-1577C534FC08}"/>
                </a:ext>
              </a:extLst>
            </p:cNvPr>
            <p:cNvSpPr/>
            <p:nvPr/>
          </p:nvSpPr>
          <p:spPr>
            <a:xfrm>
              <a:off x="4509952" y="1609759"/>
              <a:ext cx="252000" cy="252000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6350"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lIns="0" tIns="0" rIns="0" bIns="0" rtlCol="0" anchor="ctr" anchorCtr="1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ja-JP" altLang="en-US" sz="600" dirty="0">
                  <a:solidFill>
                    <a:schemeClr val="tx1"/>
                  </a:solidFill>
                  <a:latin typeface="Meiryo UI" panose="020B0604030504040204" pitchFamily="50" charset="-128"/>
                  <a:ea typeface="Meiryo UI" panose="020B0604030504040204" pitchFamily="50" charset="-128"/>
                </a:rPr>
                <a:t>風土</a:t>
              </a:r>
            </a:p>
          </p:txBody>
        </p:sp>
      </p:grpSp>
      <p:grpSp>
        <p:nvGrpSpPr>
          <p:cNvPr id="85" name="グループ化 84">
            <a:extLst>
              <a:ext uri="{FF2B5EF4-FFF2-40B4-BE49-F238E27FC236}">
                <a16:creationId xmlns:a16="http://schemas.microsoft.com/office/drawing/2014/main" id="{10CCF555-085F-E23A-56FE-4AA441980C29}"/>
              </a:ext>
            </a:extLst>
          </p:cNvPr>
          <p:cNvGrpSpPr/>
          <p:nvPr/>
        </p:nvGrpSpPr>
        <p:grpSpPr>
          <a:xfrm>
            <a:off x="4995370" y="1581184"/>
            <a:ext cx="252000" cy="2449653"/>
            <a:chOff x="4509952" y="1609759"/>
            <a:chExt cx="252000" cy="2449653"/>
          </a:xfrm>
        </p:grpSpPr>
        <p:sp>
          <p:nvSpPr>
            <p:cNvPr id="86" name="正方形/長方形 85">
              <a:extLst>
                <a:ext uri="{FF2B5EF4-FFF2-40B4-BE49-F238E27FC236}">
                  <a16:creationId xmlns:a16="http://schemas.microsoft.com/office/drawing/2014/main" id="{BEA242A4-64DB-CA5F-BB05-A0F2499DD01E}"/>
                </a:ext>
              </a:extLst>
            </p:cNvPr>
            <p:cNvSpPr/>
            <p:nvPr/>
          </p:nvSpPr>
          <p:spPr>
            <a:xfrm>
              <a:off x="4509952" y="2159173"/>
              <a:ext cx="252000" cy="252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6350"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lIns="0" tIns="0" rIns="0" bIns="0" rtlCol="0" anchor="ctr" anchorCtr="1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ja-JP" sz="600" dirty="0">
                  <a:solidFill>
                    <a:schemeClr val="tx1"/>
                  </a:solidFill>
                  <a:latin typeface="Meiryo UI" panose="020B0604030504040204" pitchFamily="50" charset="-128"/>
                  <a:ea typeface="Meiryo UI" panose="020B0604030504040204" pitchFamily="50" charset="-128"/>
                </a:rPr>
                <a:t>DD</a:t>
              </a:r>
              <a:endParaRPr lang="ja-JP" altLang="en-US" sz="600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  <p:sp>
          <p:nvSpPr>
            <p:cNvPr id="89" name="正方形/長方形 88">
              <a:extLst>
                <a:ext uri="{FF2B5EF4-FFF2-40B4-BE49-F238E27FC236}">
                  <a16:creationId xmlns:a16="http://schemas.microsoft.com/office/drawing/2014/main" id="{A42621D5-17F3-6D01-594D-D1BC2CCAAE6A}"/>
                </a:ext>
              </a:extLst>
            </p:cNvPr>
            <p:cNvSpPr/>
            <p:nvPr/>
          </p:nvSpPr>
          <p:spPr>
            <a:xfrm>
              <a:off x="4509952" y="2708587"/>
              <a:ext cx="252000" cy="252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6350"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lIns="0" tIns="0" rIns="0" bIns="0" rtlCol="0" anchor="ctr" anchorCtr="1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ja-JP" sz="600" dirty="0">
                  <a:solidFill>
                    <a:schemeClr val="tx1"/>
                  </a:solidFill>
                  <a:latin typeface="Meiryo UI" panose="020B0604030504040204" pitchFamily="50" charset="-128"/>
                  <a:ea typeface="Meiryo UI" panose="020B0604030504040204" pitchFamily="50" charset="-128"/>
                </a:rPr>
                <a:t>DD</a:t>
              </a:r>
              <a:endParaRPr lang="ja-JP" altLang="en-US" sz="600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  <p:sp>
          <p:nvSpPr>
            <p:cNvPr id="91" name="正方形/長方形 90">
              <a:extLst>
                <a:ext uri="{FF2B5EF4-FFF2-40B4-BE49-F238E27FC236}">
                  <a16:creationId xmlns:a16="http://schemas.microsoft.com/office/drawing/2014/main" id="{15B25008-B220-59E2-1215-8474A281DA67}"/>
                </a:ext>
              </a:extLst>
            </p:cNvPr>
            <p:cNvSpPr/>
            <p:nvPr/>
          </p:nvSpPr>
          <p:spPr>
            <a:xfrm>
              <a:off x="4509952" y="2433880"/>
              <a:ext cx="252000" cy="252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6350"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lIns="0" tIns="0" rIns="0" bIns="0" rtlCol="0" anchor="ctr" anchorCtr="1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ja-JP" sz="600" dirty="0">
                  <a:solidFill>
                    <a:schemeClr val="tx1"/>
                  </a:solidFill>
                  <a:latin typeface="Meiryo UI" panose="020B0604030504040204" pitchFamily="50" charset="-128"/>
                  <a:ea typeface="Meiryo UI" panose="020B0604030504040204" pitchFamily="50" charset="-128"/>
                </a:rPr>
                <a:t>DD</a:t>
              </a:r>
              <a:endParaRPr lang="ja-JP" altLang="en-US" sz="600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  <p:sp>
          <p:nvSpPr>
            <p:cNvPr id="93" name="正方形/長方形 92">
              <a:extLst>
                <a:ext uri="{FF2B5EF4-FFF2-40B4-BE49-F238E27FC236}">
                  <a16:creationId xmlns:a16="http://schemas.microsoft.com/office/drawing/2014/main" id="{3CE159D8-953E-7E22-3F60-23F0A88ECB71}"/>
                </a:ext>
              </a:extLst>
            </p:cNvPr>
            <p:cNvSpPr/>
            <p:nvPr/>
          </p:nvSpPr>
          <p:spPr>
            <a:xfrm>
              <a:off x="4509952" y="2983294"/>
              <a:ext cx="252000" cy="252000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lIns="0" tIns="0" rIns="0" bIns="0" rtlCol="0" anchor="ctr" anchorCtr="1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ja-JP" altLang="en-US" sz="600" dirty="0">
                  <a:solidFill>
                    <a:schemeClr val="tx1"/>
                  </a:solidFill>
                  <a:latin typeface="Meiryo UI" panose="020B0604030504040204" pitchFamily="50" charset="-128"/>
                  <a:ea typeface="Meiryo UI" panose="020B0604030504040204" pitchFamily="50" charset="-128"/>
                </a:rPr>
                <a:t>木村</a:t>
              </a:r>
            </a:p>
          </p:txBody>
        </p:sp>
        <p:sp>
          <p:nvSpPr>
            <p:cNvPr id="94" name="正方形/長方形 93">
              <a:extLst>
                <a:ext uri="{FF2B5EF4-FFF2-40B4-BE49-F238E27FC236}">
                  <a16:creationId xmlns:a16="http://schemas.microsoft.com/office/drawing/2014/main" id="{12CE42B1-A132-0661-F3A3-20A2FCAF69C9}"/>
                </a:ext>
              </a:extLst>
            </p:cNvPr>
            <p:cNvSpPr/>
            <p:nvPr/>
          </p:nvSpPr>
          <p:spPr>
            <a:xfrm>
              <a:off x="4509952" y="3258001"/>
              <a:ext cx="252000" cy="252000"/>
            </a:xfrm>
            <a:prstGeom prst="rect">
              <a:avLst/>
            </a:prstGeom>
            <a:solidFill>
              <a:srgbClr val="FFFF00"/>
            </a:solidFill>
            <a:ln w="6350"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lIns="0" tIns="0" rIns="0" bIns="0" rtlCol="0" anchor="ctr" anchorCtr="1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ja-JP" altLang="en-US" sz="600" dirty="0">
                  <a:solidFill>
                    <a:schemeClr val="tx1"/>
                  </a:solidFill>
                  <a:latin typeface="Meiryo UI" panose="020B0604030504040204" pitchFamily="50" charset="-128"/>
                  <a:ea typeface="Meiryo UI" panose="020B0604030504040204" pitchFamily="50" charset="-128"/>
                </a:rPr>
                <a:t>風月</a:t>
              </a:r>
            </a:p>
          </p:txBody>
        </p:sp>
        <p:sp>
          <p:nvSpPr>
            <p:cNvPr id="95" name="正方形/長方形 94">
              <a:extLst>
                <a:ext uri="{FF2B5EF4-FFF2-40B4-BE49-F238E27FC236}">
                  <a16:creationId xmlns:a16="http://schemas.microsoft.com/office/drawing/2014/main" id="{B4B47EB5-6F54-4F05-2C89-845F95C09327}"/>
                </a:ext>
              </a:extLst>
            </p:cNvPr>
            <p:cNvSpPr/>
            <p:nvPr/>
          </p:nvSpPr>
          <p:spPr>
            <a:xfrm>
              <a:off x="4509952" y="3532708"/>
              <a:ext cx="252000" cy="252000"/>
            </a:xfrm>
            <a:prstGeom prst="rect">
              <a:avLst/>
            </a:prstGeom>
            <a:solidFill>
              <a:srgbClr val="FFFF00"/>
            </a:solidFill>
            <a:ln w="6350"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lIns="0" tIns="0" rIns="0" bIns="0" rtlCol="0" anchor="ctr" anchorCtr="1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ja-JP" altLang="en-US" sz="600" dirty="0">
                  <a:solidFill>
                    <a:schemeClr val="tx1"/>
                  </a:solidFill>
                  <a:latin typeface="Meiryo UI" panose="020B0604030504040204" pitchFamily="50" charset="-128"/>
                  <a:ea typeface="Meiryo UI" panose="020B0604030504040204" pitchFamily="50" charset="-128"/>
                </a:rPr>
                <a:t>風月</a:t>
              </a:r>
            </a:p>
          </p:txBody>
        </p:sp>
        <p:sp>
          <p:nvSpPr>
            <p:cNvPr id="98" name="正方形/長方形 97">
              <a:extLst>
                <a:ext uri="{FF2B5EF4-FFF2-40B4-BE49-F238E27FC236}">
                  <a16:creationId xmlns:a16="http://schemas.microsoft.com/office/drawing/2014/main" id="{B8060FCD-1607-068D-6176-1A0C0B8E77FF}"/>
                </a:ext>
              </a:extLst>
            </p:cNvPr>
            <p:cNvSpPr/>
            <p:nvPr/>
          </p:nvSpPr>
          <p:spPr>
            <a:xfrm>
              <a:off x="4509952" y="3807412"/>
              <a:ext cx="252000" cy="252000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lIns="0" tIns="0" rIns="0" bIns="0" rtlCol="0" anchor="ctr" anchorCtr="1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ja-JP" altLang="en-US" sz="600" dirty="0">
                  <a:solidFill>
                    <a:schemeClr val="tx1"/>
                  </a:solidFill>
                  <a:latin typeface="Meiryo UI" panose="020B0604030504040204" pitchFamily="50" charset="-128"/>
                  <a:ea typeface="Meiryo UI" panose="020B0604030504040204" pitchFamily="50" charset="-128"/>
                </a:rPr>
                <a:t>飯田</a:t>
              </a:r>
            </a:p>
          </p:txBody>
        </p:sp>
        <p:sp>
          <p:nvSpPr>
            <p:cNvPr id="99" name="正方形/長方形 98">
              <a:extLst>
                <a:ext uri="{FF2B5EF4-FFF2-40B4-BE49-F238E27FC236}">
                  <a16:creationId xmlns:a16="http://schemas.microsoft.com/office/drawing/2014/main" id="{93B4FEF6-97BD-BB5E-A2F8-320C9C49DEE1}"/>
                </a:ext>
              </a:extLst>
            </p:cNvPr>
            <p:cNvSpPr/>
            <p:nvPr/>
          </p:nvSpPr>
          <p:spPr>
            <a:xfrm>
              <a:off x="4509952" y="1884466"/>
              <a:ext cx="252000" cy="252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6350"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lIns="0" tIns="0" rIns="0" bIns="0" rtlCol="0" anchor="ctr" anchorCtr="1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ja-JP" sz="600" dirty="0">
                  <a:solidFill>
                    <a:schemeClr val="tx1"/>
                  </a:solidFill>
                  <a:latin typeface="Meiryo UI" panose="020B0604030504040204" pitchFamily="50" charset="-128"/>
                  <a:ea typeface="Meiryo UI" panose="020B0604030504040204" pitchFamily="50" charset="-128"/>
                </a:rPr>
                <a:t>DD</a:t>
              </a:r>
              <a:endParaRPr lang="ja-JP" altLang="en-US" sz="600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  <p:sp>
          <p:nvSpPr>
            <p:cNvPr id="100" name="正方形/長方形 99">
              <a:extLst>
                <a:ext uri="{FF2B5EF4-FFF2-40B4-BE49-F238E27FC236}">
                  <a16:creationId xmlns:a16="http://schemas.microsoft.com/office/drawing/2014/main" id="{60860000-EB01-5BEE-302A-61AB07DBA749}"/>
                </a:ext>
              </a:extLst>
            </p:cNvPr>
            <p:cNvSpPr/>
            <p:nvPr/>
          </p:nvSpPr>
          <p:spPr>
            <a:xfrm>
              <a:off x="4509952" y="1609759"/>
              <a:ext cx="252000" cy="252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6350"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lIns="0" tIns="0" rIns="0" bIns="0" rtlCol="0" anchor="ctr" anchorCtr="1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ja-JP" sz="600" dirty="0">
                  <a:solidFill>
                    <a:schemeClr val="tx1"/>
                  </a:solidFill>
                  <a:latin typeface="Meiryo UI" panose="020B0604030504040204" pitchFamily="50" charset="-128"/>
                  <a:ea typeface="Meiryo UI" panose="020B0604030504040204" pitchFamily="50" charset="-128"/>
                </a:rPr>
                <a:t>DD</a:t>
              </a:r>
              <a:endParaRPr lang="ja-JP" altLang="en-US" sz="600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</p:grpSp>
      <p:grpSp>
        <p:nvGrpSpPr>
          <p:cNvPr id="101" name="グループ化 100">
            <a:extLst>
              <a:ext uri="{FF2B5EF4-FFF2-40B4-BE49-F238E27FC236}">
                <a16:creationId xmlns:a16="http://schemas.microsoft.com/office/drawing/2014/main" id="{225304E3-EE8A-128B-4FA2-C17517EA6CAA}"/>
              </a:ext>
            </a:extLst>
          </p:cNvPr>
          <p:cNvGrpSpPr/>
          <p:nvPr/>
        </p:nvGrpSpPr>
        <p:grpSpPr>
          <a:xfrm>
            <a:off x="6483958" y="1581184"/>
            <a:ext cx="252000" cy="2449653"/>
            <a:chOff x="4509952" y="1609759"/>
            <a:chExt cx="252000" cy="2449653"/>
          </a:xfrm>
        </p:grpSpPr>
        <p:sp>
          <p:nvSpPr>
            <p:cNvPr id="102" name="正方形/長方形 101">
              <a:extLst>
                <a:ext uri="{FF2B5EF4-FFF2-40B4-BE49-F238E27FC236}">
                  <a16:creationId xmlns:a16="http://schemas.microsoft.com/office/drawing/2014/main" id="{B918869C-857B-C019-7556-5265F8DDE575}"/>
                </a:ext>
              </a:extLst>
            </p:cNvPr>
            <p:cNvSpPr/>
            <p:nvPr/>
          </p:nvSpPr>
          <p:spPr>
            <a:xfrm>
              <a:off x="4509952" y="2159173"/>
              <a:ext cx="252000" cy="252000"/>
            </a:xfrm>
            <a:prstGeom prst="rect">
              <a:avLst/>
            </a:prstGeom>
            <a:solidFill>
              <a:srgbClr val="FF9999"/>
            </a:solidFill>
            <a:ln w="6350"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lIns="0" tIns="0" rIns="0" bIns="0" rtlCol="0" anchor="ctr" anchorCtr="1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ja-JP" altLang="en-US" sz="600" dirty="0">
                  <a:solidFill>
                    <a:schemeClr val="tx1"/>
                  </a:solidFill>
                  <a:latin typeface="Meiryo UI" panose="020B0604030504040204" pitchFamily="50" charset="-128"/>
                  <a:ea typeface="Meiryo UI" panose="020B0604030504040204" pitchFamily="50" charset="-128"/>
                </a:rPr>
                <a:t>半可</a:t>
              </a:r>
            </a:p>
          </p:txBody>
        </p:sp>
        <p:sp>
          <p:nvSpPr>
            <p:cNvPr id="104" name="正方形/長方形 103">
              <a:extLst>
                <a:ext uri="{FF2B5EF4-FFF2-40B4-BE49-F238E27FC236}">
                  <a16:creationId xmlns:a16="http://schemas.microsoft.com/office/drawing/2014/main" id="{7FF33B23-168D-9E93-099D-D244B251FCB8}"/>
                </a:ext>
              </a:extLst>
            </p:cNvPr>
            <p:cNvSpPr/>
            <p:nvPr/>
          </p:nvSpPr>
          <p:spPr>
            <a:xfrm>
              <a:off x="4509952" y="2708587"/>
              <a:ext cx="252000" cy="252000"/>
            </a:xfrm>
            <a:prstGeom prst="rect">
              <a:avLst/>
            </a:prstGeom>
            <a:solidFill>
              <a:srgbClr val="66CCFF"/>
            </a:solidFill>
            <a:ln w="6350"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lIns="0" tIns="0" rIns="0" bIns="0" rtlCol="0" anchor="ctr" anchorCtr="1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ja-JP" altLang="en-US" sz="600" dirty="0">
                  <a:solidFill>
                    <a:schemeClr val="tx1"/>
                  </a:solidFill>
                  <a:latin typeface="Meiryo UI" panose="020B0604030504040204" pitchFamily="50" charset="-128"/>
                  <a:ea typeface="Meiryo UI" panose="020B0604030504040204" pitchFamily="50" charset="-128"/>
                </a:rPr>
                <a:t>はばたけ</a:t>
              </a:r>
            </a:p>
          </p:txBody>
        </p:sp>
        <p:sp>
          <p:nvSpPr>
            <p:cNvPr id="105" name="正方形/長方形 104">
              <a:extLst>
                <a:ext uri="{FF2B5EF4-FFF2-40B4-BE49-F238E27FC236}">
                  <a16:creationId xmlns:a16="http://schemas.microsoft.com/office/drawing/2014/main" id="{13541CF3-DE29-9246-337C-FDE524BB3D4A}"/>
                </a:ext>
              </a:extLst>
            </p:cNvPr>
            <p:cNvSpPr/>
            <p:nvPr/>
          </p:nvSpPr>
          <p:spPr>
            <a:xfrm>
              <a:off x="4509952" y="2433880"/>
              <a:ext cx="252000" cy="252000"/>
            </a:xfrm>
            <a:prstGeom prst="rect">
              <a:avLst/>
            </a:prstGeom>
            <a:solidFill>
              <a:srgbClr val="66CCFF"/>
            </a:solidFill>
            <a:ln w="6350"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lIns="0" tIns="0" rIns="0" bIns="0" rtlCol="0" anchor="ctr" anchorCtr="1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ja-JP" altLang="en-US" sz="600" dirty="0">
                  <a:solidFill>
                    <a:schemeClr val="tx1"/>
                  </a:solidFill>
                  <a:latin typeface="Meiryo UI" panose="020B0604030504040204" pitchFamily="50" charset="-128"/>
                  <a:ea typeface="Meiryo UI" panose="020B0604030504040204" pitchFamily="50" charset="-128"/>
                </a:rPr>
                <a:t>はばたけ</a:t>
              </a:r>
            </a:p>
          </p:txBody>
        </p:sp>
        <p:sp>
          <p:nvSpPr>
            <p:cNvPr id="113" name="正方形/長方形 112">
              <a:extLst>
                <a:ext uri="{FF2B5EF4-FFF2-40B4-BE49-F238E27FC236}">
                  <a16:creationId xmlns:a16="http://schemas.microsoft.com/office/drawing/2014/main" id="{0C464543-C70F-67B6-1BA2-56D47AF7F9AA}"/>
                </a:ext>
              </a:extLst>
            </p:cNvPr>
            <p:cNvSpPr/>
            <p:nvPr/>
          </p:nvSpPr>
          <p:spPr>
            <a:xfrm>
              <a:off x="4509952" y="2983294"/>
              <a:ext cx="252000" cy="252000"/>
            </a:xfrm>
            <a:prstGeom prst="rect">
              <a:avLst/>
            </a:prstGeom>
            <a:solidFill>
              <a:srgbClr val="66CCFF"/>
            </a:solidFill>
            <a:ln w="6350"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lIns="0" tIns="0" rIns="0" bIns="0" rtlCol="0" anchor="ctr" anchorCtr="1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ja-JP" altLang="en-US" sz="600" dirty="0">
                  <a:solidFill>
                    <a:schemeClr val="tx1"/>
                  </a:solidFill>
                  <a:latin typeface="Meiryo UI" panose="020B0604030504040204" pitchFamily="50" charset="-128"/>
                  <a:ea typeface="Meiryo UI" panose="020B0604030504040204" pitchFamily="50" charset="-128"/>
                </a:rPr>
                <a:t>はばたけ</a:t>
              </a:r>
            </a:p>
          </p:txBody>
        </p:sp>
        <p:sp>
          <p:nvSpPr>
            <p:cNvPr id="114" name="正方形/長方形 113">
              <a:extLst>
                <a:ext uri="{FF2B5EF4-FFF2-40B4-BE49-F238E27FC236}">
                  <a16:creationId xmlns:a16="http://schemas.microsoft.com/office/drawing/2014/main" id="{41A247DF-A0E9-10E4-9312-74B9D44ACD4D}"/>
                </a:ext>
              </a:extLst>
            </p:cNvPr>
            <p:cNvSpPr/>
            <p:nvPr/>
          </p:nvSpPr>
          <p:spPr>
            <a:xfrm>
              <a:off x="4509952" y="3258001"/>
              <a:ext cx="252000" cy="252000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lIns="0" tIns="0" rIns="0" bIns="0" rtlCol="0" anchor="ctr" anchorCtr="1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ja-JP" altLang="en-US" sz="600" dirty="0">
                  <a:solidFill>
                    <a:schemeClr val="tx1"/>
                  </a:solidFill>
                  <a:latin typeface="Meiryo UI" panose="020B0604030504040204" pitchFamily="50" charset="-128"/>
                  <a:ea typeface="Meiryo UI" panose="020B0604030504040204" pitchFamily="50" charset="-128"/>
                </a:rPr>
                <a:t>得原</a:t>
              </a:r>
            </a:p>
          </p:txBody>
        </p:sp>
        <p:sp>
          <p:nvSpPr>
            <p:cNvPr id="115" name="正方形/長方形 114">
              <a:extLst>
                <a:ext uri="{FF2B5EF4-FFF2-40B4-BE49-F238E27FC236}">
                  <a16:creationId xmlns:a16="http://schemas.microsoft.com/office/drawing/2014/main" id="{DD5D50AA-5C2A-E747-404C-2143888B023C}"/>
                </a:ext>
              </a:extLst>
            </p:cNvPr>
            <p:cNvSpPr/>
            <p:nvPr/>
          </p:nvSpPr>
          <p:spPr>
            <a:xfrm>
              <a:off x="4509952" y="3532708"/>
              <a:ext cx="252000" cy="252000"/>
            </a:xfrm>
            <a:prstGeom prst="rect">
              <a:avLst/>
            </a:prstGeom>
            <a:solidFill>
              <a:srgbClr val="FFC000"/>
            </a:solidFill>
            <a:ln w="6350"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lIns="0" tIns="0" rIns="0" bIns="0" rtlCol="0" anchor="ctr" anchorCtr="1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ja-JP" altLang="en-US" sz="600" dirty="0">
                  <a:solidFill>
                    <a:schemeClr val="tx1"/>
                  </a:solidFill>
                  <a:latin typeface="Meiryo UI" panose="020B0604030504040204" pitchFamily="50" charset="-128"/>
                  <a:ea typeface="Meiryo UI" panose="020B0604030504040204" pitchFamily="50" charset="-128"/>
                </a:rPr>
                <a:t>夕刊</a:t>
              </a:r>
            </a:p>
          </p:txBody>
        </p:sp>
        <p:sp>
          <p:nvSpPr>
            <p:cNvPr id="116" name="正方形/長方形 115">
              <a:extLst>
                <a:ext uri="{FF2B5EF4-FFF2-40B4-BE49-F238E27FC236}">
                  <a16:creationId xmlns:a16="http://schemas.microsoft.com/office/drawing/2014/main" id="{8FB89CC4-0250-67D9-7742-BB5F8848E0B0}"/>
                </a:ext>
              </a:extLst>
            </p:cNvPr>
            <p:cNvSpPr/>
            <p:nvPr/>
          </p:nvSpPr>
          <p:spPr>
            <a:xfrm>
              <a:off x="4509952" y="3807412"/>
              <a:ext cx="252000" cy="252000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lIns="0" tIns="0" rIns="0" bIns="0" rtlCol="0" anchor="ctr" anchorCtr="1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ja-JP" altLang="en-US" sz="600" dirty="0">
                  <a:solidFill>
                    <a:schemeClr val="tx1"/>
                  </a:solidFill>
                  <a:latin typeface="Meiryo UI" panose="020B0604030504040204" pitchFamily="50" charset="-128"/>
                  <a:ea typeface="Meiryo UI" panose="020B0604030504040204" pitchFamily="50" charset="-128"/>
                </a:rPr>
                <a:t>北川</a:t>
              </a:r>
            </a:p>
          </p:txBody>
        </p:sp>
        <p:sp>
          <p:nvSpPr>
            <p:cNvPr id="128" name="正方形/長方形 127">
              <a:extLst>
                <a:ext uri="{FF2B5EF4-FFF2-40B4-BE49-F238E27FC236}">
                  <a16:creationId xmlns:a16="http://schemas.microsoft.com/office/drawing/2014/main" id="{1ECDDAD5-3CB5-E3BE-C3CA-386E37DC19AD}"/>
                </a:ext>
              </a:extLst>
            </p:cNvPr>
            <p:cNvSpPr/>
            <p:nvPr/>
          </p:nvSpPr>
          <p:spPr>
            <a:xfrm>
              <a:off x="4509952" y="1884466"/>
              <a:ext cx="252000" cy="252000"/>
            </a:xfrm>
            <a:prstGeom prst="rect">
              <a:avLst/>
            </a:prstGeom>
            <a:solidFill>
              <a:srgbClr val="FF9999"/>
            </a:solidFill>
            <a:ln w="6350"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lIns="0" tIns="0" rIns="0" bIns="0" rtlCol="0" anchor="ctr" anchorCtr="1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ja-JP" altLang="en-US" sz="600" dirty="0">
                  <a:solidFill>
                    <a:schemeClr val="tx1"/>
                  </a:solidFill>
                  <a:latin typeface="Meiryo UI" panose="020B0604030504040204" pitchFamily="50" charset="-128"/>
                  <a:ea typeface="Meiryo UI" panose="020B0604030504040204" pitchFamily="50" charset="-128"/>
                </a:rPr>
                <a:t>半可</a:t>
              </a:r>
            </a:p>
          </p:txBody>
        </p:sp>
        <p:sp>
          <p:nvSpPr>
            <p:cNvPr id="129" name="正方形/長方形 128">
              <a:extLst>
                <a:ext uri="{FF2B5EF4-FFF2-40B4-BE49-F238E27FC236}">
                  <a16:creationId xmlns:a16="http://schemas.microsoft.com/office/drawing/2014/main" id="{90086BDD-6FF7-5FA0-E504-292E7EEB89FC}"/>
                </a:ext>
              </a:extLst>
            </p:cNvPr>
            <p:cNvSpPr/>
            <p:nvPr/>
          </p:nvSpPr>
          <p:spPr>
            <a:xfrm>
              <a:off x="4509952" y="1609759"/>
              <a:ext cx="252000" cy="252000"/>
            </a:xfrm>
            <a:prstGeom prst="rect">
              <a:avLst/>
            </a:prstGeom>
            <a:solidFill>
              <a:srgbClr val="FF9999"/>
            </a:solidFill>
            <a:ln w="6350"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lIns="0" tIns="0" rIns="0" bIns="0" rtlCol="0" anchor="ctr" anchorCtr="1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ja-JP" altLang="en-US" sz="600" dirty="0">
                  <a:solidFill>
                    <a:schemeClr val="tx1"/>
                  </a:solidFill>
                  <a:latin typeface="Meiryo UI" panose="020B0604030504040204" pitchFamily="50" charset="-128"/>
                  <a:ea typeface="Meiryo UI" panose="020B0604030504040204" pitchFamily="50" charset="-128"/>
                </a:rPr>
                <a:t>半可</a:t>
              </a:r>
            </a:p>
          </p:txBody>
        </p:sp>
      </p:grpSp>
      <p:grpSp>
        <p:nvGrpSpPr>
          <p:cNvPr id="130" name="グループ化 129">
            <a:extLst>
              <a:ext uri="{FF2B5EF4-FFF2-40B4-BE49-F238E27FC236}">
                <a16:creationId xmlns:a16="http://schemas.microsoft.com/office/drawing/2014/main" id="{92252A7E-E96B-DF8C-55D1-7C09C9036763}"/>
              </a:ext>
            </a:extLst>
          </p:cNvPr>
          <p:cNvGrpSpPr/>
          <p:nvPr/>
        </p:nvGrpSpPr>
        <p:grpSpPr>
          <a:xfrm>
            <a:off x="6004947" y="1581184"/>
            <a:ext cx="252000" cy="2449653"/>
            <a:chOff x="4509952" y="1609759"/>
            <a:chExt cx="252000" cy="2449653"/>
          </a:xfrm>
        </p:grpSpPr>
        <p:sp>
          <p:nvSpPr>
            <p:cNvPr id="132" name="正方形/長方形 131">
              <a:extLst>
                <a:ext uri="{FF2B5EF4-FFF2-40B4-BE49-F238E27FC236}">
                  <a16:creationId xmlns:a16="http://schemas.microsoft.com/office/drawing/2014/main" id="{03762F16-9946-C922-B968-1EC6C1C41514}"/>
                </a:ext>
              </a:extLst>
            </p:cNvPr>
            <p:cNvSpPr/>
            <p:nvPr/>
          </p:nvSpPr>
          <p:spPr>
            <a:xfrm>
              <a:off x="4509952" y="2159173"/>
              <a:ext cx="252000" cy="252000"/>
            </a:xfrm>
            <a:prstGeom prst="rect">
              <a:avLst/>
            </a:prstGeom>
            <a:solidFill>
              <a:srgbClr val="CC99FF"/>
            </a:solidFill>
            <a:ln w="6350"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lIns="0" tIns="0" rIns="0" bIns="0" rtlCol="0" anchor="ctr" anchorCtr="1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ja-JP" altLang="en-US" sz="600" dirty="0">
                  <a:solidFill>
                    <a:schemeClr val="tx1"/>
                  </a:solidFill>
                  <a:latin typeface="Meiryo UI" panose="020B0604030504040204" pitchFamily="50" charset="-128"/>
                  <a:ea typeface="Meiryo UI" panose="020B0604030504040204" pitchFamily="50" charset="-128"/>
                </a:rPr>
                <a:t>カオス</a:t>
              </a:r>
            </a:p>
          </p:txBody>
        </p:sp>
        <p:sp>
          <p:nvSpPr>
            <p:cNvPr id="133" name="正方形/長方形 132">
              <a:extLst>
                <a:ext uri="{FF2B5EF4-FFF2-40B4-BE49-F238E27FC236}">
                  <a16:creationId xmlns:a16="http://schemas.microsoft.com/office/drawing/2014/main" id="{617BFE52-211D-9EC4-2F48-1383AE001562}"/>
                </a:ext>
              </a:extLst>
            </p:cNvPr>
            <p:cNvSpPr/>
            <p:nvPr/>
          </p:nvSpPr>
          <p:spPr>
            <a:xfrm>
              <a:off x="4509952" y="2708587"/>
              <a:ext cx="252000" cy="252000"/>
            </a:xfrm>
            <a:prstGeom prst="rect">
              <a:avLst/>
            </a:prstGeom>
            <a:solidFill>
              <a:srgbClr val="CC99FF"/>
            </a:solidFill>
            <a:ln w="6350"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lIns="0" tIns="0" rIns="0" bIns="0" rtlCol="0" anchor="ctr" anchorCtr="1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ja-JP" altLang="en-US" sz="600" dirty="0">
                  <a:solidFill>
                    <a:schemeClr val="tx1"/>
                  </a:solidFill>
                  <a:latin typeface="Meiryo UI" panose="020B0604030504040204" pitchFamily="50" charset="-128"/>
                  <a:ea typeface="Meiryo UI" panose="020B0604030504040204" pitchFamily="50" charset="-128"/>
                </a:rPr>
                <a:t>カオス</a:t>
              </a:r>
            </a:p>
          </p:txBody>
        </p:sp>
        <p:sp>
          <p:nvSpPr>
            <p:cNvPr id="135" name="正方形/長方形 134">
              <a:extLst>
                <a:ext uri="{FF2B5EF4-FFF2-40B4-BE49-F238E27FC236}">
                  <a16:creationId xmlns:a16="http://schemas.microsoft.com/office/drawing/2014/main" id="{77D3A8AA-BB5B-7E37-58D4-89A5EADF96A5}"/>
                </a:ext>
              </a:extLst>
            </p:cNvPr>
            <p:cNvSpPr/>
            <p:nvPr/>
          </p:nvSpPr>
          <p:spPr>
            <a:xfrm>
              <a:off x="4509952" y="2433880"/>
              <a:ext cx="252000" cy="252000"/>
            </a:xfrm>
            <a:prstGeom prst="rect">
              <a:avLst/>
            </a:prstGeom>
            <a:solidFill>
              <a:srgbClr val="CC99FF"/>
            </a:solidFill>
            <a:ln w="6350"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lIns="0" tIns="0" rIns="0" bIns="0" rtlCol="0" anchor="ctr" anchorCtr="1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ja-JP" altLang="en-US" sz="600" dirty="0">
                  <a:solidFill>
                    <a:schemeClr val="tx1"/>
                  </a:solidFill>
                  <a:latin typeface="Meiryo UI" panose="020B0604030504040204" pitchFamily="50" charset="-128"/>
                  <a:ea typeface="Meiryo UI" panose="020B0604030504040204" pitchFamily="50" charset="-128"/>
                </a:rPr>
                <a:t>カオス</a:t>
              </a:r>
            </a:p>
          </p:txBody>
        </p:sp>
        <p:sp>
          <p:nvSpPr>
            <p:cNvPr id="136" name="正方形/長方形 135">
              <a:extLst>
                <a:ext uri="{FF2B5EF4-FFF2-40B4-BE49-F238E27FC236}">
                  <a16:creationId xmlns:a16="http://schemas.microsoft.com/office/drawing/2014/main" id="{3B818397-92DC-8CEF-EF16-ADBA37E57DCA}"/>
                </a:ext>
              </a:extLst>
            </p:cNvPr>
            <p:cNvSpPr/>
            <p:nvPr/>
          </p:nvSpPr>
          <p:spPr>
            <a:xfrm>
              <a:off x="4509952" y="2983294"/>
              <a:ext cx="252000" cy="252000"/>
            </a:xfrm>
            <a:prstGeom prst="rect">
              <a:avLst/>
            </a:prstGeom>
            <a:solidFill>
              <a:srgbClr val="CC99FF"/>
            </a:solidFill>
            <a:ln w="6350"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lIns="0" tIns="0" rIns="0" bIns="0" rtlCol="0" anchor="ctr" anchorCtr="1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ja-JP" altLang="en-US" sz="600" dirty="0">
                  <a:solidFill>
                    <a:schemeClr val="tx1"/>
                  </a:solidFill>
                  <a:latin typeface="Meiryo UI" panose="020B0604030504040204" pitchFamily="50" charset="-128"/>
                  <a:ea typeface="Meiryo UI" panose="020B0604030504040204" pitchFamily="50" charset="-128"/>
                </a:rPr>
                <a:t>カオス</a:t>
              </a:r>
            </a:p>
          </p:txBody>
        </p:sp>
        <p:sp>
          <p:nvSpPr>
            <p:cNvPr id="137" name="正方形/長方形 136">
              <a:extLst>
                <a:ext uri="{FF2B5EF4-FFF2-40B4-BE49-F238E27FC236}">
                  <a16:creationId xmlns:a16="http://schemas.microsoft.com/office/drawing/2014/main" id="{85175FD3-A584-2C4A-F76E-0E2C39B88784}"/>
                </a:ext>
              </a:extLst>
            </p:cNvPr>
            <p:cNvSpPr/>
            <p:nvPr/>
          </p:nvSpPr>
          <p:spPr>
            <a:xfrm>
              <a:off x="4509952" y="3258001"/>
              <a:ext cx="252000" cy="252000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lIns="0" tIns="0" rIns="0" bIns="0" rtlCol="0" anchor="ctr" anchorCtr="1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ja-JP" altLang="en-US" sz="600" dirty="0">
                  <a:solidFill>
                    <a:schemeClr val="tx1"/>
                  </a:solidFill>
                  <a:latin typeface="Meiryo UI" panose="020B0604030504040204" pitchFamily="50" charset="-128"/>
                  <a:ea typeface="Meiryo UI" panose="020B0604030504040204" pitchFamily="50" charset="-128"/>
                </a:rPr>
                <a:t>小林</a:t>
              </a:r>
            </a:p>
          </p:txBody>
        </p:sp>
        <p:sp>
          <p:nvSpPr>
            <p:cNvPr id="141" name="正方形/長方形 140">
              <a:extLst>
                <a:ext uri="{FF2B5EF4-FFF2-40B4-BE49-F238E27FC236}">
                  <a16:creationId xmlns:a16="http://schemas.microsoft.com/office/drawing/2014/main" id="{A1D3BBE6-9A7A-2321-DFED-5E33C8C2B792}"/>
                </a:ext>
              </a:extLst>
            </p:cNvPr>
            <p:cNvSpPr/>
            <p:nvPr/>
          </p:nvSpPr>
          <p:spPr>
            <a:xfrm>
              <a:off x="4509952" y="3532708"/>
              <a:ext cx="252000" cy="252000"/>
            </a:xfrm>
            <a:prstGeom prst="rect">
              <a:avLst/>
            </a:prstGeom>
            <a:solidFill>
              <a:srgbClr val="FFC000"/>
            </a:solidFill>
            <a:ln w="6350"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lIns="0" tIns="0" rIns="0" bIns="0" rtlCol="0" anchor="ctr" anchorCtr="1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ja-JP" altLang="en-US" sz="600" dirty="0">
                  <a:solidFill>
                    <a:schemeClr val="tx1"/>
                  </a:solidFill>
                  <a:latin typeface="Meiryo UI" panose="020B0604030504040204" pitchFamily="50" charset="-128"/>
                  <a:ea typeface="Meiryo UI" panose="020B0604030504040204" pitchFamily="50" charset="-128"/>
                </a:rPr>
                <a:t>夕刊</a:t>
              </a:r>
            </a:p>
          </p:txBody>
        </p:sp>
        <p:sp>
          <p:nvSpPr>
            <p:cNvPr id="142" name="正方形/長方形 141">
              <a:extLst>
                <a:ext uri="{FF2B5EF4-FFF2-40B4-BE49-F238E27FC236}">
                  <a16:creationId xmlns:a16="http://schemas.microsoft.com/office/drawing/2014/main" id="{C7E7FB47-3C0B-3409-4BB9-B48AAA7FAC85}"/>
                </a:ext>
              </a:extLst>
            </p:cNvPr>
            <p:cNvSpPr/>
            <p:nvPr/>
          </p:nvSpPr>
          <p:spPr>
            <a:xfrm>
              <a:off x="4509952" y="3807412"/>
              <a:ext cx="252000" cy="252000"/>
            </a:xfrm>
            <a:prstGeom prst="rect">
              <a:avLst/>
            </a:prstGeom>
            <a:solidFill>
              <a:srgbClr val="FFC000"/>
            </a:solidFill>
            <a:ln w="6350"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lIns="0" tIns="0" rIns="0" bIns="0" rtlCol="0" anchor="ctr" anchorCtr="1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ja-JP" altLang="en-US" sz="600" dirty="0">
                  <a:solidFill>
                    <a:schemeClr val="tx1"/>
                  </a:solidFill>
                  <a:latin typeface="Meiryo UI" panose="020B0604030504040204" pitchFamily="50" charset="-128"/>
                  <a:ea typeface="Meiryo UI" panose="020B0604030504040204" pitchFamily="50" charset="-128"/>
                </a:rPr>
                <a:t>夕刊</a:t>
              </a:r>
            </a:p>
          </p:txBody>
        </p:sp>
        <p:sp>
          <p:nvSpPr>
            <p:cNvPr id="143" name="正方形/長方形 142">
              <a:extLst>
                <a:ext uri="{FF2B5EF4-FFF2-40B4-BE49-F238E27FC236}">
                  <a16:creationId xmlns:a16="http://schemas.microsoft.com/office/drawing/2014/main" id="{1F4B8D81-0E3E-5F7A-BE76-1170A6341625}"/>
                </a:ext>
              </a:extLst>
            </p:cNvPr>
            <p:cNvSpPr/>
            <p:nvPr/>
          </p:nvSpPr>
          <p:spPr>
            <a:xfrm>
              <a:off x="4509952" y="1884466"/>
              <a:ext cx="252000" cy="252000"/>
            </a:xfrm>
            <a:prstGeom prst="rect">
              <a:avLst/>
            </a:prstGeom>
            <a:solidFill>
              <a:srgbClr val="CC99FF"/>
            </a:solidFill>
            <a:ln w="6350"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lIns="0" tIns="0" rIns="0" bIns="0" rtlCol="0" anchor="ctr" anchorCtr="1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ja-JP" altLang="en-US" sz="600" dirty="0">
                  <a:solidFill>
                    <a:schemeClr val="tx1"/>
                  </a:solidFill>
                  <a:latin typeface="Meiryo UI" panose="020B0604030504040204" pitchFamily="50" charset="-128"/>
                  <a:ea typeface="Meiryo UI" panose="020B0604030504040204" pitchFamily="50" charset="-128"/>
                </a:rPr>
                <a:t>カオス</a:t>
              </a:r>
            </a:p>
          </p:txBody>
        </p:sp>
        <p:sp>
          <p:nvSpPr>
            <p:cNvPr id="144" name="正方形/長方形 143">
              <a:extLst>
                <a:ext uri="{FF2B5EF4-FFF2-40B4-BE49-F238E27FC236}">
                  <a16:creationId xmlns:a16="http://schemas.microsoft.com/office/drawing/2014/main" id="{D60A6995-1646-D421-4DC9-529A89B0665B}"/>
                </a:ext>
              </a:extLst>
            </p:cNvPr>
            <p:cNvSpPr/>
            <p:nvPr/>
          </p:nvSpPr>
          <p:spPr>
            <a:xfrm>
              <a:off x="4509952" y="1609759"/>
              <a:ext cx="252000" cy="252000"/>
            </a:xfrm>
            <a:prstGeom prst="rect">
              <a:avLst/>
            </a:prstGeom>
            <a:solidFill>
              <a:srgbClr val="CC99FF"/>
            </a:solidFill>
            <a:ln w="6350"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lIns="0" tIns="0" rIns="0" bIns="0" rtlCol="0" anchor="ctr" anchorCtr="1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ja-JP" altLang="en-US" sz="600" dirty="0">
                  <a:solidFill>
                    <a:schemeClr val="tx1"/>
                  </a:solidFill>
                  <a:latin typeface="Meiryo UI" panose="020B0604030504040204" pitchFamily="50" charset="-128"/>
                  <a:ea typeface="Meiryo UI" panose="020B0604030504040204" pitchFamily="50" charset="-128"/>
                </a:rPr>
                <a:t>カオス</a:t>
              </a:r>
            </a:p>
          </p:txBody>
        </p:sp>
      </p:grpSp>
      <p:grpSp>
        <p:nvGrpSpPr>
          <p:cNvPr id="145" name="グループ化 144">
            <a:extLst>
              <a:ext uri="{FF2B5EF4-FFF2-40B4-BE49-F238E27FC236}">
                <a16:creationId xmlns:a16="http://schemas.microsoft.com/office/drawing/2014/main" id="{B615605B-E705-102C-3B55-BA58B5BF2458}"/>
              </a:ext>
            </a:extLst>
          </p:cNvPr>
          <p:cNvGrpSpPr/>
          <p:nvPr/>
        </p:nvGrpSpPr>
        <p:grpSpPr>
          <a:xfrm>
            <a:off x="5489925" y="1581184"/>
            <a:ext cx="252000" cy="2449653"/>
            <a:chOff x="4509952" y="1609759"/>
            <a:chExt cx="252000" cy="2449653"/>
          </a:xfrm>
        </p:grpSpPr>
        <p:sp>
          <p:nvSpPr>
            <p:cNvPr id="146" name="正方形/長方形 145">
              <a:extLst>
                <a:ext uri="{FF2B5EF4-FFF2-40B4-BE49-F238E27FC236}">
                  <a16:creationId xmlns:a16="http://schemas.microsoft.com/office/drawing/2014/main" id="{89194EF6-EB44-3EC0-22C9-E90721885234}"/>
                </a:ext>
              </a:extLst>
            </p:cNvPr>
            <p:cNvSpPr/>
            <p:nvPr/>
          </p:nvSpPr>
          <p:spPr>
            <a:xfrm>
              <a:off x="4509952" y="2159173"/>
              <a:ext cx="252000" cy="252000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6350"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lIns="0" tIns="0" rIns="0" bIns="0" rtlCol="0" anchor="ctr" anchorCtr="1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ja-JP" altLang="en-US" sz="600" dirty="0">
                  <a:solidFill>
                    <a:schemeClr val="tx1"/>
                  </a:solidFill>
                  <a:latin typeface="Meiryo UI" panose="020B0604030504040204" pitchFamily="50" charset="-128"/>
                  <a:ea typeface="Meiryo UI" panose="020B0604030504040204" pitchFamily="50" charset="-128"/>
                </a:rPr>
                <a:t>讃岐</a:t>
              </a:r>
            </a:p>
          </p:txBody>
        </p:sp>
        <p:sp>
          <p:nvSpPr>
            <p:cNvPr id="147" name="正方形/長方形 146">
              <a:extLst>
                <a:ext uri="{FF2B5EF4-FFF2-40B4-BE49-F238E27FC236}">
                  <a16:creationId xmlns:a16="http://schemas.microsoft.com/office/drawing/2014/main" id="{485E3FDD-889F-A7F9-A936-0E12C60D5407}"/>
                </a:ext>
              </a:extLst>
            </p:cNvPr>
            <p:cNvSpPr/>
            <p:nvPr/>
          </p:nvSpPr>
          <p:spPr>
            <a:xfrm>
              <a:off x="4509952" y="2708587"/>
              <a:ext cx="252000" cy="252000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6350"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lIns="0" tIns="0" rIns="0" bIns="0" rtlCol="0" anchor="ctr" anchorCtr="1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ja-JP" altLang="en-US" sz="600" dirty="0">
                  <a:solidFill>
                    <a:schemeClr val="tx1"/>
                  </a:solidFill>
                  <a:latin typeface="Meiryo UI" panose="020B0604030504040204" pitchFamily="50" charset="-128"/>
                  <a:ea typeface="Meiryo UI" panose="020B0604030504040204" pitchFamily="50" charset="-128"/>
                </a:rPr>
                <a:t>讃岐</a:t>
              </a:r>
            </a:p>
          </p:txBody>
        </p:sp>
        <p:sp>
          <p:nvSpPr>
            <p:cNvPr id="148" name="正方形/長方形 147">
              <a:extLst>
                <a:ext uri="{FF2B5EF4-FFF2-40B4-BE49-F238E27FC236}">
                  <a16:creationId xmlns:a16="http://schemas.microsoft.com/office/drawing/2014/main" id="{4553BA87-2A72-4AE1-CE17-7BD9601950BC}"/>
                </a:ext>
              </a:extLst>
            </p:cNvPr>
            <p:cNvSpPr/>
            <p:nvPr/>
          </p:nvSpPr>
          <p:spPr>
            <a:xfrm>
              <a:off x="4509952" y="2433880"/>
              <a:ext cx="252000" cy="252000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6350"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lIns="0" tIns="0" rIns="0" bIns="0" rtlCol="0" anchor="ctr" anchorCtr="1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ja-JP" altLang="en-US" sz="600" dirty="0">
                  <a:solidFill>
                    <a:schemeClr val="tx1"/>
                  </a:solidFill>
                  <a:latin typeface="Meiryo UI" panose="020B0604030504040204" pitchFamily="50" charset="-128"/>
                  <a:ea typeface="Meiryo UI" panose="020B0604030504040204" pitchFamily="50" charset="-128"/>
                </a:rPr>
                <a:t>讃岐</a:t>
              </a:r>
            </a:p>
          </p:txBody>
        </p:sp>
        <p:sp>
          <p:nvSpPr>
            <p:cNvPr id="149" name="正方形/長方形 148">
              <a:extLst>
                <a:ext uri="{FF2B5EF4-FFF2-40B4-BE49-F238E27FC236}">
                  <a16:creationId xmlns:a16="http://schemas.microsoft.com/office/drawing/2014/main" id="{F3B4AE01-C66A-7171-5D94-034F5C034695}"/>
                </a:ext>
              </a:extLst>
            </p:cNvPr>
            <p:cNvSpPr/>
            <p:nvPr/>
          </p:nvSpPr>
          <p:spPr>
            <a:xfrm>
              <a:off x="4509952" y="2983294"/>
              <a:ext cx="252000" cy="252000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lIns="0" tIns="0" rIns="0" bIns="0" rtlCol="0" anchor="ctr" anchorCtr="1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ja-JP" altLang="en-US" sz="600" dirty="0">
                  <a:solidFill>
                    <a:schemeClr val="tx1"/>
                  </a:solidFill>
                  <a:latin typeface="Meiryo UI" panose="020B0604030504040204" pitchFamily="50" charset="-128"/>
                  <a:ea typeface="Meiryo UI" panose="020B0604030504040204" pitchFamily="50" charset="-128"/>
                </a:rPr>
                <a:t>竹内</a:t>
              </a:r>
            </a:p>
          </p:txBody>
        </p:sp>
        <p:sp>
          <p:nvSpPr>
            <p:cNvPr id="150" name="正方形/長方形 149">
              <a:extLst>
                <a:ext uri="{FF2B5EF4-FFF2-40B4-BE49-F238E27FC236}">
                  <a16:creationId xmlns:a16="http://schemas.microsoft.com/office/drawing/2014/main" id="{9F463ABB-1A28-8462-3684-9146B5D2EA3C}"/>
                </a:ext>
              </a:extLst>
            </p:cNvPr>
            <p:cNvSpPr/>
            <p:nvPr/>
          </p:nvSpPr>
          <p:spPr>
            <a:xfrm>
              <a:off x="4509952" y="3258001"/>
              <a:ext cx="252000" cy="25200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6350"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lIns="0" tIns="0" rIns="0" bIns="0" rtlCol="0" anchor="ctr" anchorCtr="1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ja-JP" altLang="en-US" sz="600" dirty="0">
                  <a:solidFill>
                    <a:schemeClr val="tx1"/>
                  </a:solidFill>
                  <a:latin typeface="Meiryo UI" panose="020B0604030504040204" pitchFamily="50" charset="-128"/>
                  <a:ea typeface="Meiryo UI" panose="020B0604030504040204" pitchFamily="50" charset="-128"/>
                </a:rPr>
                <a:t>夜</a:t>
              </a:r>
            </a:p>
          </p:txBody>
        </p:sp>
        <p:sp>
          <p:nvSpPr>
            <p:cNvPr id="151" name="正方形/長方形 150">
              <a:extLst>
                <a:ext uri="{FF2B5EF4-FFF2-40B4-BE49-F238E27FC236}">
                  <a16:creationId xmlns:a16="http://schemas.microsoft.com/office/drawing/2014/main" id="{666C4946-578E-337F-DBEE-A3944F0C5026}"/>
                </a:ext>
              </a:extLst>
            </p:cNvPr>
            <p:cNvSpPr/>
            <p:nvPr/>
          </p:nvSpPr>
          <p:spPr>
            <a:xfrm>
              <a:off x="4509952" y="3532708"/>
              <a:ext cx="252000" cy="25200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6350"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lIns="0" tIns="0" rIns="0" bIns="0" rtlCol="0" anchor="ctr" anchorCtr="1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ja-JP" altLang="en-US" sz="600" dirty="0">
                  <a:solidFill>
                    <a:schemeClr val="tx1"/>
                  </a:solidFill>
                  <a:latin typeface="Meiryo UI" panose="020B0604030504040204" pitchFamily="50" charset="-128"/>
                  <a:ea typeface="Meiryo UI" panose="020B0604030504040204" pitchFamily="50" charset="-128"/>
                </a:rPr>
                <a:t>夜</a:t>
              </a:r>
            </a:p>
          </p:txBody>
        </p:sp>
        <p:sp>
          <p:nvSpPr>
            <p:cNvPr id="152" name="正方形/長方形 151">
              <a:extLst>
                <a:ext uri="{FF2B5EF4-FFF2-40B4-BE49-F238E27FC236}">
                  <a16:creationId xmlns:a16="http://schemas.microsoft.com/office/drawing/2014/main" id="{E01BEAF2-180F-82A5-C16E-FB362F7641E0}"/>
                </a:ext>
              </a:extLst>
            </p:cNvPr>
            <p:cNvSpPr/>
            <p:nvPr/>
          </p:nvSpPr>
          <p:spPr>
            <a:xfrm>
              <a:off x="4509952" y="3807412"/>
              <a:ext cx="252000" cy="25200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6350"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lIns="0" tIns="0" rIns="0" bIns="0" rtlCol="0" anchor="ctr" anchorCtr="1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ja-JP" altLang="en-US" sz="600" dirty="0">
                  <a:solidFill>
                    <a:schemeClr val="tx1"/>
                  </a:solidFill>
                  <a:latin typeface="Meiryo UI" panose="020B0604030504040204" pitchFamily="50" charset="-128"/>
                  <a:ea typeface="Meiryo UI" panose="020B0604030504040204" pitchFamily="50" charset="-128"/>
                </a:rPr>
                <a:t>夜</a:t>
              </a:r>
            </a:p>
          </p:txBody>
        </p:sp>
        <p:sp>
          <p:nvSpPr>
            <p:cNvPr id="153" name="正方形/長方形 152">
              <a:extLst>
                <a:ext uri="{FF2B5EF4-FFF2-40B4-BE49-F238E27FC236}">
                  <a16:creationId xmlns:a16="http://schemas.microsoft.com/office/drawing/2014/main" id="{BD3661FF-807A-F037-0997-65B68E21DA55}"/>
                </a:ext>
              </a:extLst>
            </p:cNvPr>
            <p:cNvSpPr/>
            <p:nvPr/>
          </p:nvSpPr>
          <p:spPr>
            <a:xfrm>
              <a:off x="4509952" y="1884466"/>
              <a:ext cx="252000" cy="252000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6350"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lIns="0" tIns="0" rIns="0" bIns="0" rtlCol="0" anchor="ctr" anchorCtr="1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ja-JP" altLang="en-US" sz="600" dirty="0">
                  <a:solidFill>
                    <a:schemeClr val="tx1"/>
                  </a:solidFill>
                  <a:latin typeface="Meiryo UI" panose="020B0604030504040204" pitchFamily="50" charset="-128"/>
                  <a:ea typeface="Meiryo UI" panose="020B0604030504040204" pitchFamily="50" charset="-128"/>
                </a:rPr>
                <a:t>讃岐</a:t>
              </a:r>
            </a:p>
          </p:txBody>
        </p:sp>
        <p:sp>
          <p:nvSpPr>
            <p:cNvPr id="154" name="正方形/長方形 153">
              <a:extLst>
                <a:ext uri="{FF2B5EF4-FFF2-40B4-BE49-F238E27FC236}">
                  <a16:creationId xmlns:a16="http://schemas.microsoft.com/office/drawing/2014/main" id="{5253F184-0896-2D38-8DBA-F527847CEB0F}"/>
                </a:ext>
              </a:extLst>
            </p:cNvPr>
            <p:cNvSpPr/>
            <p:nvPr/>
          </p:nvSpPr>
          <p:spPr>
            <a:xfrm>
              <a:off x="4509952" y="1609759"/>
              <a:ext cx="252000" cy="252000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6350"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lIns="0" tIns="0" rIns="0" bIns="0" rtlCol="0" anchor="ctr" anchorCtr="1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ja-JP" altLang="en-US" sz="600" dirty="0">
                  <a:solidFill>
                    <a:schemeClr val="tx1"/>
                  </a:solidFill>
                  <a:latin typeface="Meiryo UI" panose="020B0604030504040204" pitchFamily="50" charset="-128"/>
                  <a:ea typeface="Meiryo UI" panose="020B0604030504040204" pitchFamily="50" charset="-128"/>
                </a:rPr>
                <a:t>讃岐</a:t>
              </a:r>
            </a:p>
          </p:txBody>
        </p:sp>
      </p:grpSp>
      <p:grpSp>
        <p:nvGrpSpPr>
          <p:cNvPr id="155" name="グループ化 154">
            <a:extLst>
              <a:ext uri="{FF2B5EF4-FFF2-40B4-BE49-F238E27FC236}">
                <a16:creationId xmlns:a16="http://schemas.microsoft.com/office/drawing/2014/main" id="{1BC0DE41-2E73-568A-082F-6F0415CE72C7}"/>
              </a:ext>
            </a:extLst>
          </p:cNvPr>
          <p:cNvGrpSpPr/>
          <p:nvPr/>
        </p:nvGrpSpPr>
        <p:grpSpPr>
          <a:xfrm>
            <a:off x="7019688" y="2405305"/>
            <a:ext cx="252000" cy="1625532"/>
            <a:chOff x="4509952" y="2433880"/>
            <a:chExt cx="252000" cy="1625532"/>
          </a:xfrm>
        </p:grpSpPr>
        <p:sp>
          <p:nvSpPr>
            <p:cNvPr id="157" name="正方形/長方形 156">
              <a:extLst>
                <a:ext uri="{FF2B5EF4-FFF2-40B4-BE49-F238E27FC236}">
                  <a16:creationId xmlns:a16="http://schemas.microsoft.com/office/drawing/2014/main" id="{02123127-D852-D20D-C837-C9982C1A078F}"/>
                </a:ext>
              </a:extLst>
            </p:cNvPr>
            <p:cNvSpPr/>
            <p:nvPr/>
          </p:nvSpPr>
          <p:spPr>
            <a:xfrm>
              <a:off x="4509952" y="2708587"/>
              <a:ext cx="252000" cy="252000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lIns="0" tIns="0" rIns="0" bIns="0" rtlCol="0" anchor="ctr" anchorCtr="1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ja-JP" altLang="en-US" sz="600" dirty="0">
                  <a:solidFill>
                    <a:schemeClr val="tx1"/>
                  </a:solidFill>
                  <a:latin typeface="Meiryo UI" panose="020B0604030504040204" pitchFamily="50" charset="-128"/>
                  <a:ea typeface="Meiryo UI" panose="020B0604030504040204" pitchFamily="50" charset="-128"/>
                </a:rPr>
                <a:t>儀三武</a:t>
              </a:r>
            </a:p>
          </p:txBody>
        </p:sp>
        <p:sp>
          <p:nvSpPr>
            <p:cNvPr id="158" name="正方形/長方形 157">
              <a:extLst>
                <a:ext uri="{FF2B5EF4-FFF2-40B4-BE49-F238E27FC236}">
                  <a16:creationId xmlns:a16="http://schemas.microsoft.com/office/drawing/2014/main" id="{46B220B2-3BC8-65C2-D63D-C423E12C5484}"/>
                </a:ext>
              </a:extLst>
            </p:cNvPr>
            <p:cNvSpPr/>
            <p:nvPr/>
          </p:nvSpPr>
          <p:spPr>
            <a:xfrm>
              <a:off x="4509952" y="2433880"/>
              <a:ext cx="252000" cy="252000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lIns="0" tIns="0" rIns="0" bIns="0" rtlCol="0" anchor="ctr" anchorCtr="1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ja-JP" altLang="en-US" sz="600" dirty="0">
                  <a:solidFill>
                    <a:schemeClr val="tx1"/>
                  </a:solidFill>
                  <a:latin typeface="Meiryo UI" panose="020B0604030504040204" pitchFamily="50" charset="-128"/>
                  <a:ea typeface="Meiryo UI" panose="020B0604030504040204" pitchFamily="50" charset="-128"/>
                </a:rPr>
                <a:t>榎田</a:t>
              </a:r>
            </a:p>
          </p:txBody>
        </p:sp>
        <p:sp>
          <p:nvSpPr>
            <p:cNvPr id="159" name="正方形/長方形 158">
              <a:extLst>
                <a:ext uri="{FF2B5EF4-FFF2-40B4-BE49-F238E27FC236}">
                  <a16:creationId xmlns:a16="http://schemas.microsoft.com/office/drawing/2014/main" id="{13F2B01D-C1BF-DED7-8F3A-096CD6EB3645}"/>
                </a:ext>
              </a:extLst>
            </p:cNvPr>
            <p:cNvSpPr/>
            <p:nvPr/>
          </p:nvSpPr>
          <p:spPr>
            <a:xfrm>
              <a:off x="4509952" y="2983294"/>
              <a:ext cx="252000" cy="252000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lIns="0" tIns="0" rIns="0" bIns="0" rtlCol="0" anchor="ctr" anchorCtr="1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ja-JP" altLang="en-US" sz="600" dirty="0">
                  <a:solidFill>
                    <a:schemeClr val="tx1"/>
                  </a:solidFill>
                  <a:latin typeface="Meiryo UI" panose="020B0604030504040204" pitchFamily="50" charset="-128"/>
                  <a:ea typeface="Meiryo UI" panose="020B0604030504040204" pitchFamily="50" charset="-128"/>
                </a:rPr>
                <a:t>関</a:t>
              </a:r>
            </a:p>
          </p:txBody>
        </p:sp>
        <p:sp>
          <p:nvSpPr>
            <p:cNvPr id="160" name="正方形/長方形 159">
              <a:extLst>
                <a:ext uri="{FF2B5EF4-FFF2-40B4-BE49-F238E27FC236}">
                  <a16:creationId xmlns:a16="http://schemas.microsoft.com/office/drawing/2014/main" id="{7E48FF94-11CC-119C-163A-32070D1006DC}"/>
                </a:ext>
              </a:extLst>
            </p:cNvPr>
            <p:cNvSpPr/>
            <p:nvPr/>
          </p:nvSpPr>
          <p:spPr>
            <a:xfrm>
              <a:off x="4509952" y="3258001"/>
              <a:ext cx="252000" cy="252000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lIns="0" tIns="0" rIns="0" bIns="0" rtlCol="0" anchor="ctr" anchorCtr="1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ja-JP" altLang="en-US" sz="600" dirty="0">
                  <a:solidFill>
                    <a:schemeClr val="tx1"/>
                  </a:solidFill>
                  <a:latin typeface="Meiryo UI" panose="020B0604030504040204" pitchFamily="50" charset="-128"/>
                  <a:ea typeface="Meiryo UI" panose="020B0604030504040204" pitchFamily="50" charset="-128"/>
                </a:rPr>
                <a:t>審査員</a:t>
              </a:r>
            </a:p>
          </p:txBody>
        </p:sp>
        <p:sp>
          <p:nvSpPr>
            <p:cNvPr id="161" name="正方形/長方形 160">
              <a:extLst>
                <a:ext uri="{FF2B5EF4-FFF2-40B4-BE49-F238E27FC236}">
                  <a16:creationId xmlns:a16="http://schemas.microsoft.com/office/drawing/2014/main" id="{C1B011F4-FBAF-1574-FADE-6F64A28428AB}"/>
                </a:ext>
              </a:extLst>
            </p:cNvPr>
            <p:cNvSpPr/>
            <p:nvPr/>
          </p:nvSpPr>
          <p:spPr>
            <a:xfrm>
              <a:off x="4509952" y="3532708"/>
              <a:ext cx="252000" cy="252000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lIns="0" tIns="0" rIns="0" bIns="0" rtlCol="0" anchor="ctr" anchorCtr="1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ja-JP" altLang="en-US" sz="600" dirty="0">
                  <a:solidFill>
                    <a:schemeClr val="tx1"/>
                  </a:solidFill>
                  <a:latin typeface="Meiryo UI" panose="020B0604030504040204" pitchFamily="50" charset="-128"/>
                  <a:ea typeface="Meiryo UI" panose="020B0604030504040204" pitchFamily="50" charset="-128"/>
                </a:rPr>
                <a:t>審査員</a:t>
              </a:r>
            </a:p>
          </p:txBody>
        </p:sp>
        <p:sp>
          <p:nvSpPr>
            <p:cNvPr id="162" name="正方形/長方形 161">
              <a:extLst>
                <a:ext uri="{FF2B5EF4-FFF2-40B4-BE49-F238E27FC236}">
                  <a16:creationId xmlns:a16="http://schemas.microsoft.com/office/drawing/2014/main" id="{240101C1-9C43-C60F-8566-719D6083FDE4}"/>
                </a:ext>
              </a:extLst>
            </p:cNvPr>
            <p:cNvSpPr/>
            <p:nvPr/>
          </p:nvSpPr>
          <p:spPr>
            <a:xfrm>
              <a:off x="4509952" y="3807412"/>
              <a:ext cx="252000" cy="252000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lIns="0" tIns="0" rIns="0" bIns="0" rtlCol="0" anchor="ctr" anchorCtr="1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ja-JP" altLang="en-US" sz="600" dirty="0">
                  <a:solidFill>
                    <a:schemeClr val="tx1"/>
                  </a:solidFill>
                  <a:latin typeface="Meiryo UI" panose="020B0604030504040204" pitchFamily="50" charset="-128"/>
                  <a:ea typeface="Meiryo UI" panose="020B0604030504040204" pitchFamily="50" charset="-128"/>
                </a:rPr>
                <a:t>審査員</a:t>
              </a:r>
            </a:p>
          </p:txBody>
        </p:sp>
      </p:grpSp>
      <p:sp>
        <p:nvSpPr>
          <p:cNvPr id="165" name="正方形/長方形 164">
            <a:extLst>
              <a:ext uri="{FF2B5EF4-FFF2-40B4-BE49-F238E27FC236}">
                <a16:creationId xmlns:a16="http://schemas.microsoft.com/office/drawing/2014/main" id="{5E731549-3E14-E09A-06BA-618421F455CC}"/>
              </a:ext>
            </a:extLst>
          </p:cNvPr>
          <p:cNvSpPr/>
          <p:nvPr/>
        </p:nvSpPr>
        <p:spPr>
          <a:xfrm>
            <a:off x="5489199" y="4061157"/>
            <a:ext cx="252000" cy="252000"/>
          </a:xfrm>
          <a:prstGeom prst="rect">
            <a:avLst/>
          </a:prstGeom>
          <a:solidFill>
            <a:schemeClr val="bg1">
              <a:lumMod val="85000"/>
            </a:schemeClr>
          </a:solidFill>
          <a:ln w="63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tIns="0" rIns="0" bIns="0" rtlCol="0" anchor="ctr" anchorCtr="1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ja-JP" altLang="en-US" sz="600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夜</a:t>
            </a:r>
          </a:p>
        </p:txBody>
      </p:sp>
      <p:sp>
        <p:nvSpPr>
          <p:cNvPr id="166" name="正方形/長方形 165">
            <a:extLst>
              <a:ext uri="{FF2B5EF4-FFF2-40B4-BE49-F238E27FC236}">
                <a16:creationId xmlns:a16="http://schemas.microsoft.com/office/drawing/2014/main" id="{FF6BF2C8-CDC0-0005-BAE5-3D6C07739234}"/>
              </a:ext>
            </a:extLst>
          </p:cNvPr>
          <p:cNvSpPr/>
          <p:nvPr/>
        </p:nvSpPr>
        <p:spPr>
          <a:xfrm>
            <a:off x="5489199" y="4336972"/>
            <a:ext cx="252000" cy="252000"/>
          </a:xfrm>
          <a:prstGeom prst="rect">
            <a:avLst/>
          </a:prstGeom>
          <a:solidFill>
            <a:schemeClr val="bg1"/>
          </a:solidFill>
          <a:ln w="63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tIns="0" rIns="0" bIns="0" rtlCol="0" anchor="ctr" anchorCtr="1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ja-JP" altLang="en-US" sz="600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名部</a:t>
            </a:r>
          </a:p>
        </p:txBody>
      </p:sp>
      <p:sp>
        <p:nvSpPr>
          <p:cNvPr id="168" name="正方形/長方形 167">
            <a:extLst>
              <a:ext uri="{FF2B5EF4-FFF2-40B4-BE49-F238E27FC236}">
                <a16:creationId xmlns:a16="http://schemas.microsoft.com/office/drawing/2014/main" id="{4E2C5744-1859-CD54-69B2-A1D319C43BDE}"/>
              </a:ext>
            </a:extLst>
          </p:cNvPr>
          <p:cNvSpPr/>
          <p:nvPr/>
        </p:nvSpPr>
        <p:spPr>
          <a:xfrm>
            <a:off x="722111" y="4600721"/>
            <a:ext cx="252000" cy="252000"/>
          </a:xfrm>
          <a:prstGeom prst="rect">
            <a:avLst/>
          </a:prstGeom>
          <a:solidFill>
            <a:srgbClr val="FF0066"/>
          </a:solidFill>
          <a:ln w="6350">
            <a:solidFill>
              <a:sysClr val="windowText" lastClr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kumimoji="1" lang="ja-JP" altLang="en-US" sz="1100" dirty="0">
              <a:solidFill>
                <a:sysClr val="windowText" lastClr="000000"/>
              </a:solidFill>
            </a:endParaRPr>
          </a:p>
        </p:txBody>
      </p:sp>
      <p:sp>
        <p:nvSpPr>
          <p:cNvPr id="169" name="四角形: 角を丸くする 89">
            <a:extLst>
              <a:ext uri="{FF2B5EF4-FFF2-40B4-BE49-F238E27FC236}">
                <a16:creationId xmlns:a16="http://schemas.microsoft.com/office/drawing/2014/main" id="{6A76EBC9-F2FA-5A3E-22D6-81E8C5E21448}"/>
              </a:ext>
            </a:extLst>
          </p:cNvPr>
          <p:cNvSpPr/>
          <p:nvPr/>
        </p:nvSpPr>
        <p:spPr>
          <a:xfrm>
            <a:off x="966255" y="4560123"/>
            <a:ext cx="1030069" cy="333195"/>
          </a:xfrm>
          <a:prstGeom prst="roundRect">
            <a:avLst/>
          </a:prstGeom>
          <a:noFill/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t"/>
          <a:lstStyle/>
          <a:p>
            <a:r>
              <a:rPr lang="ja-JP" altLang="en-US" sz="1100" dirty="0">
                <a:solidFill>
                  <a:sysClr val="windowText" lastClr="000000"/>
                </a:solidFill>
                <a:latin typeface="Meiryo UI"/>
                <a:ea typeface="Meiryo UI"/>
              </a:rPr>
              <a:t>優子学長</a:t>
            </a:r>
            <a:endParaRPr lang="en-US" altLang="ja-JP" dirty="0">
              <a:latin typeface="Meiryo UI"/>
              <a:ea typeface="Meiryo UI"/>
            </a:endParaRPr>
          </a:p>
        </p:txBody>
      </p:sp>
      <p:sp>
        <p:nvSpPr>
          <p:cNvPr id="179" name="正方形/長方形 178">
            <a:extLst>
              <a:ext uri="{FF2B5EF4-FFF2-40B4-BE49-F238E27FC236}">
                <a16:creationId xmlns:a16="http://schemas.microsoft.com/office/drawing/2014/main" id="{D804BD20-A038-A04D-4046-BF0C5A8E4615}"/>
              </a:ext>
            </a:extLst>
          </p:cNvPr>
          <p:cNvSpPr/>
          <p:nvPr/>
        </p:nvSpPr>
        <p:spPr>
          <a:xfrm>
            <a:off x="8130534" y="4253911"/>
            <a:ext cx="252000" cy="407012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050" dirty="0"/>
              <a:t>階段</a:t>
            </a:r>
          </a:p>
        </p:txBody>
      </p:sp>
      <p:sp>
        <p:nvSpPr>
          <p:cNvPr id="181" name="四角形: 角を丸くする 89">
            <a:extLst>
              <a:ext uri="{FF2B5EF4-FFF2-40B4-BE49-F238E27FC236}">
                <a16:creationId xmlns:a16="http://schemas.microsoft.com/office/drawing/2014/main" id="{4D5BEEFD-EED1-97D0-6007-0E40288B7126}"/>
              </a:ext>
            </a:extLst>
          </p:cNvPr>
          <p:cNvSpPr/>
          <p:nvPr/>
        </p:nvSpPr>
        <p:spPr>
          <a:xfrm>
            <a:off x="514633" y="5995494"/>
            <a:ext cx="1933311" cy="500556"/>
          </a:xfrm>
          <a:prstGeom prst="roundRect">
            <a:avLst/>
          </a:prstGeom>
          <a:noFill/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t"/>
          <a:lstStyle/>
          <a:p>
            <a:r>
              <a:rPr lang="en-US" altLang="ja-JP" sz="1100" dirty="0">
                <a:solidFill>
                  <a:sysClr val="windowText" lastClr="000000"/>
                </a:solidFill>
                <a:latin typeface="Meiryo UI"/>
                <a:ea typeface="Meiryo UI"/>
              </a:rPr>
              <a:t>53</a:t>
            </a:r>
            <a:r>
              <a:rPr lang="ja-JP" altLang="en-US" sz="1100" dirty="0">
                <a:solidFill>
                  <a:sysClr val="windowText" lastClr="000000"/>
                </a:solidFill>
                <a:latin typeface="Meiryo UI"/>
                <a:ea typeface="Meiryo UI"/>
              </a:rPr>
              <a:t>席＋学長席・総合司会席</a:t>
            </a:r>
            <a:endParaRPr lang="en-US" altLang="ja-JP" dirty="0">
              <a:latin typeface="Meiryo UI"/>
              <a:ea typeface="Meiryo UI"/>
            </a:endParaRPr>
          </a:p>
        </p:txBody>
      </p:sp>
      <p:sp>
        <p:nvSpPr>
          <p:cNvPr id="182" name="正方形/長方形 181">
            <a:extLst>
              <a:ext uri="{FF2B5EF4-FFF2-40B4-BE49-F238E27FC236}">
                <a16:creationId xmlns:a16="http://schemas.microsoft.com/office/drawing/2014/main" id="{0EA88681-DDE9-7C15-E13C-CB08B42A0801}"/>
              </a:ext>
            </a:extLst>
          </p:cNvPr>
          <p:cNvSpPr/>
          <p:nvPr/>
        </p:nvSpPr>
        <p:spPr>
          <a:xfrm>
            <a:off x="8130534" y="3673195"/>
            <a:ext cx="577380" cy="407012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050" dirty="0"/>
          </a:p>
        </p:txBody>
      </p:sp>
      <p:sp>
        <p:nvSpPr>
          <p:cNvPr id="183" name="吹き出し: 線 (強調線付き) 182">
            <a:extLst>
              <a:ext uri="{FF2B5EF4-FFF2-40B4-BE49-F238E27FC236}">
                <a16:creationId xmlns:a16="http://schemas.microsoft.com/office/drawing/2014/main" id="{83F2B161-CF67-D2B2-6AA6-1943AE07C746}"/>
              </a:ext>
            </a:extLst>
          </p:cNvPr>
          <p:cNvSpPr/>
          <p:nvPr/>
        </p:nvSpPr>
        <p:spPr>
          <a:xfrm>
            <a:off x="9018193" y="4050405"/>
            <a:ext cx="1806589" cy="407012"/>
          </a:xfrm>
          <a:prstGeom prst="accentCallout1">
            <a:avLst>
              <a:gd name="adj1" fmla="val 18750"/>
              <a:gd name="adj2" fmla="val -1842"/>
              <a:gd name="adj3" fmla="val -39615"/>
              <a:gd name="adj4" fmla="val -33612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100" dirty="0"/>
              <a:t>88</a:t>
            </a:r>
            <a:r>
              <a:rPr kumimoji="1" lang="ja-JP" altLang="en-US" sz="1100" dirty="0"/>
              <a:t>感門のみ：楽器置き場</a:t>
            </a:r>
          </a:p>
        </p:txBody>
      </p:sp>
      <p:sp>
        <p:nvSpPr>
          <p:cNvPr id="21" name="正方形/長方形 20">
            <a:extLst>
              <a:ext uri="{FF2B5EF4-FFF2-40B4-BE49-F238E27FC236}">
                <a16:creationId xmlns:a16="http://schemas.microsoft.com/office/drawing/2014/main" id="{CA253C7C-116E-033E-8F45-199657B82B4C}"/>
              </a:ext>
            </a:extLst>
          </p:cNvPr>
          <p:cNvSpPr/>
          <p:nvPr/>
        </p:nvSpPr>
        <p:spPr>
          <a:xfrm>
            <a:off x="6008137" y="4050405"/>
            <a:ext cx="252000" cy="252000"/>
          </a:xfrm>
          <a:prstGeom prst="rect">
            <a:avLst/>
          </a:prstGeom>
          <a:solidFill>
            <a:srgbClr val="FFC000"/>
          </a:solidFill>
          <a:ln w="63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tIns="0" rIns="0" bIns="0" rtlCol="0" anchor="ctr" anchorCtr="1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ja-JP" altLang="en-US" sz="600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夕刊</a:t>
            </a:r>
          </a:p>
        </p:txBody>
      </p:sp>
      <p:sp>
        <p:nvSpPr>
          <p:cNvPr id="23" name="正方形/長方形 22">
            <a:extLst>
              <a:ext uri="{FF2B5EF4-FFF2-40B4-BE49-F238E27FC236}">
                <a16:creationId xmlns:a16="http://schemas.microsoft.com/office/drawing/2014/main" id="{BE5FCFCA-ABB1-6988-3A14-A59605EA4A79}"/>
              </a:ext>
            </a:extLst>
          </p:cNvPr>
          <p:cNvSpPr/>
          <p:nvPr/>
        </p:nvSpPr>
        <p:spPr>
          <a:xfrm>
            <a:off x="5000744" y="4068373"/>
            <a:ext cx="252000" cy="252000"/>
          </a:xfrm>
          <a:prstGeom prst="rect">
            <a:avLst/>
          </a:prstGeom>
          <a:solidFill>
            <a:srgbClr val="FF99FF"/>
          </a:solidFill>
          <a:ln w="63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tIns="0" rIns="0" bIns="0" rtlCol="0" anchor="ctr" anchorCtr="1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ja-JP" altLang="en-US" sz="600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安藤</a:t>
            </a:r>
          </a:p>
        </p:txBody>
      </p:sp>
      <p:sp>
        <p:nvSpPr>
          <p:cNvPr id="24" name="正方形/長方形 23">
            <a:extLst>
              <a:ext uri="{FF2B5EF4-FFF2-40B4-BE49-F238E27FC236}">
                <a16:creationId xmlns:a16="http://schemas.microsoft.com/office/drawing/2014/main" id="{D7A4C2DA-474C-3F3D-0C3E-CEA0F9CD5A17}"/>
              </a:ext>
            </a:extLst>
          </p:cNvPr>
          <p:cNvSpPr/>
          <p:nvPr/>
        </p:nvSpPr>
        <p:spPr>
          <a:xfrm>
            <a:off x="4998745" y="4352922"/>
            <a:ext cx="252000" cy="252000"/>
          </a:xfrm>
          <a:prstGeom prst="rect">
            <a:avLst/>
          </a:prstGeom>
          <a:solidFill>
            <a:srgbClr val="FF0066"/>
          </a:solidFill>
          <a:ln w="63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tIns="0" rIns="0" bIns="0" rtlCol="0" anchor="ctr" anchorCtr="1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ja-JP" altLang="en-US" sz="600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学長</a:t>
            </a:r>
          </a:p>
        </p:txBody>
      </p:sp>
      <p:sp>
        <p:nvSpPr>
          <p:cNvPr id="25" name="正方形/長方形 24">
            <a:extLst>
              <a:ext uri="{FF2B5EF4-FFF2-40B4-BE49-F238E27FC236}">
                <a16:creationId xmlns:a16="http://schemas.microsoft.com/office/drawing/2014/main" id="{DD1ED726-1946-DA2A-F6A7-8220F2D3ED54}"/>
              </a:ext>
            </a:extLst>
          </p:cNvPr>
          <p:cNvSpPr/>
          <p:nvPr/>
        </p:nvSpPr>
        <p:spPr>
          <a:xfrm>
            <a:off x="4510472" y="4068373"/>
            <a:ext cx="252000" cy="252000"/>
          </a:xfrm>
          <a:prstGeom prst="rect">
            <a:avLst/>
          </a:prstGeom>
          <a:solidFill>
            <a:srgbClr val="FF99FF"/>
          </a:solidFill>
          <a:ln w="63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tIns="0" rIns="0" bIns="0" rtlCol="0" anchor="ctr" anchorCtr="1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ja-JP" altLang="en-US" sz="600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康代</a:t>
            </a:r>
          </a:p>
        </p:txBody>
      </p:sp>
    </p:spTree>
    <p:extLst>
      <p:ext uri="{BB962C8B-B14F-4D97-AF65-F5344CB8AC3E}">
        <p14:creationId xmlns:p14="http://schemas.microsoft.com/office/powerpoint/2010/main" val="33803835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DF5F0F-665F-3B89-CC79-D00FD8886E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5DE64655-065F-F875-7ED8-891FBE151A95}"/>
              </a:ext>
            </a:extLst>
          </p:cNvPr>
          <p:cNvSpPr/>
          <p:nvPr/>
        </p:nvSpPr>
        <p:spPr>
          <a:xfrm rot="5400000">
            <a:off x="2749587" y="2466457"/>
            <a:ext cx="2636650" cy="64800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defTabSz="457200">
              <a:defRPr sz="1000"/>
            </a:pPr>
            <a:r>
              <a:rPr lang="ja-JP" altLang="en-US" dirty="0">
                <a:solidFill>
                  <a:srgbClr val="FFFFFF"/>
                </a:solidFill>
                <a:latin typeface="ＭＳ Ｐゴシック"/>
                <a:ea typeface="ＭＳ Ｐゴシック"/>
                <a:cs typeface="ＭＳ Ｐゴシック"/>
              </a:rPr>
              <a:t>ブビンガ</a:t>
            </a:r>
            <a:endParaRPr lang="ja-JP" altLang="en-US" sz="1100" b="0" i="0" strike="noStrike" kern="1200" dirty="0">
              <a:solidFill>
                <a:srgbClr val="FFFFFF"/>
              </a:solidFill>
              <a:latin typeface="ＭＳ Ｐゴシック"/>
              <a:ea typeface="ＭＳ Ｐゴシック"/>
              <a:cs typeface="ＭＳ Ｐゴシック"/>
            </a:endParaRPr>
          </a:p>
        </p:txBody>
      </p:sp>
      <p:sp>
        <p:nvSpPr>
          <p:cNvPr id="35" name="テキスト ボックス 34">
            <a:extLst>
              <a:ext uri="{FF2B5EF4-FFF2-40B4-BE49-F238E27FC236}">
                <a16:creationId xmlns:a16="http://schemas.microsoft.com/office/drawing/2014/main" id="{13D2A3D3-7685-AEF2-8CCF-DF0C16FCF00D}"/>
              </a:ext>
            </a:extLst>
          </p:cNvPr>
          <p:cNvSpPr txBox="1"/>
          <p:nvPr/>
        </p:nvSpPr>
        <p:spPr>
          <a:xfrm>
            <a:off x="76506" y="86160"/>
            <a:ext cx="2809569" cy="36933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endParaRPr lang="ja-JP" altLang="en-US" dirty="0">
              <a:ea typeface="游ゴシック"/>
            </a:endParaRPr>
          </a:p>
        </p:txBody>
      </p:sp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590AE634-FCAC-B785-1ECC-24E0321B2D99}"/>
              </a:ext>
            </a:extLst>
          </p:cNvPr>
          <p:cNvSpPr/>
          <p:nvPr/>
        </p:nvSpPr>
        <p:spPr>
          <a:xfrm rot="18322793">
            <a:off x="7262377" y="1848767"/>
            <a:ext cx="201600" cy="479013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4" name="矢印: 右 13">
            <a:extLst>
              <a:ext uri="{FF2B5EF4-FFF2-40B4-BE49-F238E27FC236}">
                <a16:creationId xmlns:a16="http://schemas.microsoft.com/office/drawing/2014/main" id="{73DB6D68-C27D-EEC4-34C8-B80EDDE807FC}"/>
              </a:ext>
            </a:extLst>
          </p:cNvPr>
          <p:cNvSpPr/>
          <p:nvPr/>
        </p:nvSpPr>
        <p:spPr>
          <a:xfrm>
            <a:off x="6698253" y="212657"/>
            <a:ext cx="3126995" cy="343401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92" name="図 91">
            <a:extLst>
              <a:ext uri="{FF2B5EF4-FFF2-40B4-BE49-F238E27FC236}">
                <a16:creationId xmlns:a16="http://schemas.microsoft.com/office/drawing/2014/main" id="{AC17CF46-D923-CCD8-6076-AF4E2232208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20639107" flipH="1">
            <a:off x="3979837" y="2209461"/>
            <a:ext cx="369160" cy="330847"/>
          </a:xfrm>
          <a:prstGeom prst="rect">
            <a:avLst/>
          </a:prstGeom>
        </p:spPr>
      </p:pic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6BD0D310-1BB8-6966-6D5E-1CF8E952AEAB}"/>
              </a:ext>
            </a:extLst>
          </p:cNvPr>
          <p:cNvSpPr/>
          <p:nvPr/>
        </p:nvSpPr>
        <p:spPr>
          <a:xfrm>
            <a:off x="8461724" y="4783572"/>
            <a:ext cx="325394" cy="559515"/>
          </a:xfrm>
          <a:prstGeom prst="rect">
            <a:avLst/>
          </a:prstGeom>
          <a:solidFill>
            <a:schemeClr val="bg2">
              <a:lumMod val="75000"/>
            </a:schemeClr>
          </a:solidFill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楕円 10">
            <a:extLst>
              <a:ext uri="{FF2B5EF4-FFF2-40B4-BE49-F238E27FC236}">
                <a16:creationId xmlns:a16="http://schemas.microsoft.com/office/drawing/2014/main" id="{F41834A3-A83B-AE08-8528-6AEB926F51D0}"/>
              </a:ext>
            </a:extLst>
          </p:cNvPr>
          <p:cNvSpPr/>
          <p:nvPr/>
        </p:nvSpPr>
        <p:spPr>
          <a:xfrm>
            <a:off x="7996734" y="2261918"/>
            <a:ext cx="385800" cy="1258678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ja-JP" altLang="en-US" sz="1400" b="1">
                <a:ea typeface="游ゴシック"/>
              </a:rPr>
              <a:t>登壇</a:t>
            </a:r>
            <a:endParaRPr lang="ja-JP" altLang="en-US" sz="1400" b="1" dirty="0">
              <a:ea typeface="游ゴシック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634DD864-7CCE-CDAE-A0AC-93727FE66184}"/>
              </a:ext>
            </a:extLst>
          </p:cNvPr>
          <p:cNvSpPr txBox="1"/>
          <p:nvPr/>
        </p:nvSpPr>
        <p:spPr>
          <a:xfrm>
            <a:off x="8462369" y="4846799"/>
            <a:ext cx="295344" cy="43088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kumimoji="1" lang="ja-JP" altLang="en-US" sz="1100" b="1">
                <a:solidFill>
                  <a:srgbClr val="FFFFFF"/>
                </a:solidFill>
                <a:ea typeface="游ゴシック"/>
              </a:rPr>
              <a:t>祭</a:t>
            </a:r>
            <a:endParaRPr lang="en-US">
              <a:solidFill>
                <a:srgbClr val="FFFFFF"/>
              </a:solidFill>
            </a:endParaRPr>
          </a:p>
          <a:p>
            <a:r>
              <a:rPr kumimoji="1" lang="ja-JP" altLang="en-US" sz="1100" b="1">
                <a:solidFill>
                  <a:srgbClr val="FFFFFF"/>
                </a:solidFill>
                <a:ea typeface="游ゴシック"/>
              </a:rPr>
              <a:t>壇</a:t>
            </a:r>
            <a:endParaRPr lang="ja-JP">
              <a:solidFill>
                <a:srgbClr val="FFFFFF"/>
              </a:solidFill>
            </a:endParaRPr>
          </a:p>
        </p:txBody>
      </p:sp>
      <p:sp>
        <p:nvSpPr>
          <p:cNvPr id="16" name="正方形/長方形 15">
            <a:extLst>
              <a:ext uri="{FF2B5EF4-FFF2-40B4-BE49-F238E27FC236}">
                <a16:creationId xmlns:a16="http://schemas.microsoft.com/office/drawing/2014/main" id="{00B08914-63CD-E038-59E1-BD21F75614D3}"/>
              </a:ext>
            </a:extLst>
          </p:cNvPr>
          <p:cNvSpPr/>
          <p:nvPr/>
        </p:nvSpPr>
        <p:spPr>
          <a:xfrm rot="16200000">
            <a:off x="7653866" y="3841811"/>
            <a:ext cx="325394" cy="151398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3" name="楕円 82">
            <a:extLst>
              <a:ext uri="{FF2B5EF4-FFF2-40B4-BE49-F238E27FC236}">
                <a16:creationId xmlns:a16="http://schemas.microsoft.com/office/drawing/2014/main" id="{ABDD6C62-F1E3-A6D6-4548-9B7595CAC358}"/>
              </a:ext>
            </a:extLst>
          </p:cNvPr>
          <p:cNvSpPr/>
          <p:nvPr/>
        </p:nvSpPr>
        <p:spPr>
          <a:xfrm>
            <a:off x="7730595" y="2891257"/>
            <a:ext cx="85968" cy="85968"/>
          </a:xfrm>
          <a:prstGeom prst="ellipse">
            <a:avLst/>
          </a:pr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6" name="正方形/長方形 105">
            <a:extLst>
              <a:ext uri="{FF2B5EF4-FFF2-40B4-BE49-F238E27FC236}">
                <a16:creationId xmlns:a16="http://schemas.microsoft.com/office/drawing/2014/main" id="{0CC11C4D-D867-AA42-6648-67FDE65D0050}"/>
              </a:ext>
            </a:extLst>
          </p:cNvPr>
          <p:cNvSpPr/>
          <p:nvPr/>
        </p:nvSpPr>
        <p:spPr>
          <a:xfrm>
            <a:off x="5601445" y="5099223"/>
            <a:ext cx="201600" cy="2016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6350">
            <a:solidFill>
              <a:sysClr val="windowText" lastClr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kumimoji="1" lang="ja-JP" altLang="en-US" sz="1100" dirty="0">
              <a:solidFill>
                <a:sysClr val="windowText" lastClr="000000"/>
              </a:solidFill>
            </a:endParaRPr>
          </a:p>
        </p:txBody>
      </p:sp>
      <p:sp>
        <p:nvSpPr>
          <p:cNvPr id="107" name="正方形/長方形 106">
            <a:extLst>
              <a:ext uri="{FF2B5EF4-FFF2-40B4-BE49-F238E27FC236}">
                <a16:creationId xmlns:a16="http://schemas.microsoft.com/office/drawing/2014/main" id="{09C319E2-E7A7-94E1-0ECE-732E603F481E}"/>
              </a:ext>
            </a:extLst>
          </p:cNvPr>
          <p:cNvSpPr/>
          <p:nvPr/>
        </p:nvSpPr>
        <p:spPr>
          <a:xfrm>
            <a:off x="5359648" y="5099223"/>
            <a:ext cx="201600" cy="2016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6350">
            <a:solidFill>
              <a:sysClr val="windowText" lastClr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kumimoji="1" lang="ja-JP" altLang="en-US" sz="1100" dirty="0">
              <a:solidFill>
                <a:sysClr val="windowText" lastClr="000000"/>
              </a:solidFill>
            </a:endParaRPr>
          </a:p>
        </p:txBody>
      </p:sp>
      <p:sp>
        <p:nvSpPr>
          <p:cNvPr id="108" name="正方形/長方形 107">
            <a:extLst>
              <a:ext uri="{FF2B5EF4-FFF2-40B4-BE49-F238E27FC236}">
                <a16:creationId xmlns:a16="http://schemas.microsoft.com/office/drawing/2014/main" id="{711EB9C2-1D8F-7F54-7142-05DCB54979FD}"/>
              </a:ext>
            </a:extLst>
          </p:cNvPr>
          <p:cNvSpPr/>
          <p:nvPr/>
        </p:nvSpPr>
        <p:spPr>
          <a:xfrm>
            <a:off x="5117853" y="5099223"/>
            <a:ext cx="201600" cy="2016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6350">
            <a:solidFill>
              <a:sysClr val="windowText" lastClr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kumimoji="1" lang="ja-JP" altLang="en-US" sz="1100" dirty="0">
              <a:solidFill>
                <a:sysClr val="windowText" lastClr="000000"/>
              </a:solidFill>
            </a:endParaRPr>
          </a:p>
        </p:txBody>
      </p:sp>
      <p:sp>
        <p:nvSpPr>
          <p:cNvPr id="109" name="正方形/長方形 108">
            <a:extLst>
              <a:ext uri="{FF2B5EF4-FFF2-40B4-BE49-F238E27FC236}">
                <a16:creationId xmlns:a16="http://schemas.microsoft.com/office/drawing/2014/main" id="{F23DFB69-A46E-30E8-2DDB-BD29401EC2EE}"/>
              </a:ext>
            </a:extLst>
          </p:cNvPr>
          <p:cNvSpPr/>
          <p:nvPr/>
        </p:nvSpPr>
        <p:spPr>
          <a:xfrm>
            <a:off x="4876058" y="5099223"/>
            <a:ext cx="201600" cy="2016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6350">
            <a:solidFill>
              <a:sysClr val="windowText" lastClr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kumimoji="1" lang="ja-JP" altLang="en-US" sz="1100" dirty="0">
              <a:solidFill>
                <a:sysClr val="windowText" lastClr="000000"/>
              </a:solidFill>
            </a:endParaRPr>
          </a:p>
        </p:txBody>
      </p:sp>
      <p:sp>
        <p:nvSpPr>
          <p:cNvPr id="110" name="正方形/長方形 109">
            <a:extLst>
              <a:ext uri="{FF2B5EF4-FFF2-40B4-BE49-F238E27FC236}">
                <a16:creationId xmlns:a16="http://schemas.microsoft.com/office/drawing/2014/main" id="{AC9AB7FE-74E6-50C0-CE06-104CBD254DC9}"/>
              </a:ext>
            </a:extLst>
          </p:cNvPr>
          <p:cNvSpPr/>
          <p:nvPr/>
        </p:nvSpPr>
        <p:spPr>
          <a:xfrm>
            <a:off x="4634263" y="5099223"/>
            <a:ext cx="201600" cy="2016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63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tIns="0" rIns="0" bIns="0" rtlCol="0" anchor="ctr" anchorCtr="1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ja-JP" altLang="en-US" sz="1000" dirty="0">
              <a:solidFill>
                <a:schemeClr val="tx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11" name="正方形/長方形 110">
            <a:extLst>
              <a:ext uri="{FF2B5EF4-FFF2-40B4-BE49-F238E27FC236}">
                <a16:creationId xmlns:a16="http://schemas.microsoft.com/office/drawing/2014/main" id="{DB6E70DA-7159-A545-AAD1-BC1C1C926023}"/>
              </a:ext>
            </a:extLst>
          </p:cNvPr>
          <p:cNvSpPr/>
          <p:nvPr/>
        </p:nvSpPr>
        <p:spPr>
          <a:xfrm>
            <a:off x="4392468" y="5099223"/>
            <a:ext cx="201600" cy="2016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63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tIns="0" rIns="0" bIns="0" rtlCol="0" anchor="ctr" anchorCtr="1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ja-JP" altLang="en-US" sz="1000" dirty="0">
              <a:solidFill>
                <a:schemeClr val="tx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17" name="正方形/長方形 116">
            <a:extLst>
              <a:ext uri="{FF2B5EF4-FFF2-40B4-BE49-F238E27FC236}">
                <a16:creationId xmlns:a16="http://schemas.microsoft.com/office/drawing/2014/main" id="{778A8B22-A98E-B8AD-129F-36921F9B7FA3}"/>
              </a:ext>
            </a:extLst>
          </p:cNvPr>
          <p:cNvSpPr/>
          <p:nvPr/>
        </p:nvSpPr>
        <p:spPr>
          <a:xfrm>
            <a:off x="4970261" y="4253911"/>
            <a:ext cx="252000" cy="252000"/>
          </a:xfrm>
          <a:prstGeom prst="rect">
            <a:avLst/>
          </a:prstGeom>
          <a:solidFill>
            <a:srgbClr val="FF0066"/>
          </a:solidFill>
          <a:ln w="6350">
            <a:solidFill>
              <a:sysClr val="windowText" lastClr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kumimoji="1" lang="ja-JP" altLang="en-US" sz="1100" dirty="0">
              <a:solidFill>
                <a:sysClr val="windowText" lastClr="000000"/>
              </a:solidFill>
            </a:endParaRPr>
          </a:p>
        </p:txBody>
      </p:sp>
      <p:sp>
        <p:nvSpPr>
          <p:cNvPr id="140" name="正方形/長方形 139">
            <a:extLst>
              <a:ext uri="{FF2B5EF4-FFF2-40B4-BE49-F238E27FC236}">
                <a16:creationId xmlns:a16="http://schemas.microsoft.com/office/drawing/2014/main" id="{021EF4FD-15AE-3897-EB25-59C6324CE373}"/>
              </a:ext>
            </a:extLst>
          </p:cNvPr>
          <p:cNvSpPr/>
          <p:nvPr/>
        </p:nvSpPr>
        <p:spPr>
          <a:xfrm rot="2291995">
            <a:off x="7415217" y="1758516"/>
            <a:ext cx="201600" cy="201600"/>
          </a:xfrm>
          <a:prstGeom prst="rect">
            <a:avLst/>
          </a:prstGeom>
          <a:solidFill>
            <a:schemeClr val="bg1"/>
          </a:solidFill>
          <a:ln w="63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tIns="0" rIns="0" bIns="0" rtlCol="0" anchor="ctr" anchorCtr="1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kumimoji="1" lang="ja-JP" altLang="en-US" sz="600" dirty="0">
              <a:solidFill>
                <a:schemeClr val="tx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graphicFrame>
        <p:nvGraphicFramePr>
          <p:cNvPr id="17" name="Table 16">
            <a:extLst>
              <a:ext uri="{FF2B5EF4-FFF2-40B4-BE49-F238E27FC236}">
                <a16:creationId xmlns:a16="http://schemas.microsoft.com/office/drawing/2014/main" id="{302EEF5D-9951-FF17-E2BC-DE1393C3C12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13912037"/>
              </p:ext>
            </p:extLst>
          </p:nvPr>
        </p:nvGraphicFramePr>
        <p:xfrm>
          <a:off x="304422" y="123380"/>
          <a:ext cx="5350395" cy="372072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5350395">
                  <a:extLst>
                    <a:ext uri="{9D8B030D-6E8A-4147-A177-3AD203B41FA5}">
                      <a16:colId xmlns:a16="http://schemas.microsoft.com/office/drawing/2014/main" val="636781040"/>
                    </a:ext>
                  </a:extLst>
                </a:gridCol>
              </a:tblGrid>
              <a:tr h="372072">
                <a:tc>
                  <a:txBody>
                    <a:bodyPr/>
                    <a:lstStyle/>
                    <a:p>
                      <a:pPr>
                        <a:lnSpc>
                          <a:spcPts val="1560"/>
                        </a:lnSpc>
                      </a:pPr>
                      <a:r>
                        <a:rPr lang="en-US" altLang="ja-JP" sz="1800" dirty="0">
                          <a:effectLst/>
                          <a:latin typeface="Meiryo UI"/>
                          <a:ea typeface="Meiryo UI"/>
                        </a:rPr>
                        <a:t>88</a:t>
                      </a:r>
                      <a:r>
                        <a:rPr lang="ja-JP" altLang="en-US" sz="1800" dirty="0">
                          <a:effectLst/>
                          <a:latin typeface="Meiryo UI"/>
                          <a:ea typeface="Meiryo UI"/>
                        </a:rPr>
                        <a:t>感門 座席（</a:t>
                      </a:r>
                      <a:r>
                        <a:rPr lang="en-US" altLang="ja-JP" sz="1800" dirty="0">
                          <a:effectLst/>
                          <a:latin typeface="Meiryo UI"/>
                          <a:ea typeface="Meiryo UI"/>
                        </a:rPr>
                        <a:t>1-</a:t>
                      </a:r>
                      <a:r>
                        <a:rPr lang="ja-JP" altLang="en-US" sz="1800" dirty="0">
                          <a:effectLst/>
                          <a:latin typeface="Meiryo UI"/>
                          <a:ea typeface="Meiryo UI"/>
                        </a:rPr>
                        <a:t>ｂ学衆讃証）　</a:t>
                      </a:r>
                      <a:endParaRPr lang="ja-JP" altLang="en-US" sz="1800" b="0" i="0" u="none" strike="noStrike" noProof="0" dirty="0">
                        <a:effectLst/>
                        <a:latin typeface="Meiryo UI"/>
                        <a:ea typeface="Meiryo UI"/>
                      </a:endParaRPr>
                    </a:p>
                  </a:txBody>
                  <a:tcPr marL="47625" marR="47625" marT="47625" marB="47625" anchor="ctr">
                    <a:lnL w="9525" cap="flat" cmpd="sng" algn="ctr">
                      <a:solidFill>
                        <a:srgbClr val="9577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577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577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577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26614782"/>
                  </a:ext>
                </a:extLst>
              </a:tr>
            </a:tbl>
          </a:graphicData>
        </a:graphic>
      </p:graphicFrame>
      <p:sp>
        <p:nvSpPr>
          <p:cNvPr id="10" name="四角形: 角を丸くする 89">
            <a:extLst>
              <a:ext uri="{FF2B5EF4-FFF2-40B4-BE49-F238E27FC236}">
                <a16:creationId xmlns:a16="http://schemas.microsoft.com/office/drawing/2014/main" id="{C4D3E2F4-4646-3A0B-E6A6-C5C2F2E747A8}"/>
              </a:ext>
            </a:extLst>
          </p:cNvPr>
          <p:cNvSpPr/>
          <p:nvPr/>
        </p:nvSpPr>
        <p:spPr>
          <a:xfrm>
            <a:off x="4624000" y="5300349"/>
            <a:ext cx="1030069" cy="333195"/>
          </a:xfrm>
          <a:prstGeom prst="roundRect">
            <a:avLst/>
          </a:prstGeom>
          <a:noFill/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t"/>
          <a:lstStyle/>
          <a:p>
            <a:pPr algn="ctr"/>
            <a:r>
              <a:rPr lang="ja-JP" altLang="en-US" sz="1100" dirty="0">
                <a:solidFill>
                  <a:sysClr val="windowText" lastClr="000000"/>
                </a:solidFill>
                <a:latin typeface="Meiryo UI"/>
                <a:ea typeface="Meiryo UI"/>
              </a:rPr>
              <a:t>カウンター</a:t>
            </a:r>
            <a:endParaRPr lang="en-US" altLang="ja-JP" dirty="0">
              <a:latin typeface="Meiryo UI"/>
              <a:ea typeface="Meiryo UI"/>
            </a:endParaRPr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E3AA8821-4FD1-15CE-8DE9-D5183053D0F7}"/>
              </a:ext>
            </a:extLst>
          </p:cNvPr>
          <p:cNvSpPr/>
          <p:nvPr/>
        </p:nvSpPr>
        <p:spPr>
          <a:xfrm rot="5400000">
            <a:off x="5034514" y="4499416"/>
            <a:ext cx="124387" cy="202610"/>
          </a:xfrm>
          <a:prstGeom prst="rect">
            <a:avLst/>
          </a:prstGeom>
          <a:solidFill>
            <a:schemeClr val="accent2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58AC0342-8180-A501-4741-F17084A0486B}"/>
              </a:ext>
            </a:extLst>
          </p:cNvPr>
          <p:cNvSpPr/>
          <p:nvPr/>
        </p:nvSpPr>
        <p:spPr>
          <a:xfrm>
            <a:off x="7978132" y="5174449"/>
            <a:ext cx="404402" cy="201600"/>
          </a:xfrm>
          <a:prstGeom prst="rect">
            <a:avLst/>
          </a:prstGeom>
          <a:solidFill>
            <a:schemeClr val="bg2">
              <a:lumMod val="75000"/>
            </a:schemeClr>
          </a:solidFill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22" name="図 21">
            <a:extLst>
              <a:ext uri="{FF2B5EF4-FFF2-40B4-BE49-F238E27FC236}">
                <a16:creationId xmlns:a16="http://schemas.microsoft.com/office/drawing/2014/main" id="{37EF9828-90A4-EECB-B9BE-873F3CF7119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20639107" flipH="1">
            <a:off x="3969243" y="3132852"/>
            <a:ext cx="369160" cy="330847"/>
          </a:xfrm>
          <a:prstGeom prst="rect">
            <a:avLst/>
          </a:prstGeom>
        </p:spPr>
      </p:pic>
      <p:pic>
        <p:nvPicPr>
          <p:cNvPr id="31" name="図 30">
            <a:extLst>
              <a:ext uri="{FF2B5EF4-FFF2-40B4-BE49-F238E27FC236}">
                <a16:creationId xmlns:a16="http://schemas.microsoft.com/office/drawing/2014/main" id="{BB970EBD-1A80-1AF3-8059-F6694691E47F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20639107" flipH="1">
            <a:off x="2564347" y="2651717"/>
            <a:ext cx="369160" cy="330847"/>
          </a:xfrm>
          <a:prstGeom prst="rect">
            <a:avLst/>
          </a:prstGeom>
        </p:spPr>
      </p:pic>
      <p:pic>
        <p:nvPicPr>
          <p:cNvPr id="32" name="図 31">
            <a:extLst>
              <a:ext uri="{FF2B5EF4-FFF2-40B4-BE49-F238E27FC236}">
                <a16:creationId xmlns:a16="http://schemas.microsoft.com/office/drawing/2014/main" id="{D4CAD9F5-6C11-25B7-588B-43E87CD867D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20639107" flipH="1">
            <a:off x="3935968" y="2663088"/>
            <a:ext cx="369160" cy="330847"/>
          </a:xfrm>
          <a:prstGeom prst="rect">
            <a:avLst/>
          </a:prstGeom>
        </p:spPr>
      </p:pic>
      <p:sp>
        <p:nvSpPr>
          <p:cNvPr id="41" name="四角形: 角を丸くする 40">
            <a:extLst>
              <a:ext uri="{FF2B5EF4-FFF2-40B4-BE49-F238E27FC236}">
                <a16:creationId xmlns:a16="http://schemas.microsoft.com/office/drawing/2014/main" id="{4C906F04-879B-64D3-626A-1B0CC541B797}"/>
              </a:ext>
            </a:extLst>
          </p:cNvPr>
          <p:cNvSpPr/>
          <p:nvPr/>
        </p:nvSpPr>
        <p:spPr>
          <a:xfrm>
            <a:off x="2619375" y="1472132"/>
            <a:ext cx="266700" cy="1112680"/>
          </a:xfrm>
          <a:prstGeom prst="round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200" dirty="0"/>
              <a:t>照明</a:t>
            </a:r>
          </a:p>
        </p:txBody>
      </p:sp>
      <p:sp>
        <p:nvSpPr>
          <p:cNvPr id="43" name="四角形: 角を丸くする 42">
            <a:extLst>
              <a:ext uri="{FF2B5EF4-FFF2-40B4-BE49-F238E27FC236}">
                <a16:creationId xmlns:a16="http://schemas.microsoft.com/office/drawing/2014/main" id="{D1B25FAC-B708-CFB7-7ACA-1BDFB69A76AD}"/>
              </a:ext>
            </a:extLst>
          </p:cNvPr>
          <p:cNvSpPr/>
          <p:nvPr/>
        </p:nvSpPr>
        <p:spPr>
          <a:xfrm>
            <a:off x="2601129" y="3041681"/>
            <a:ext cx="266700" cy="1112680"/>
          </a:xfrm>
          <a:prstGeom prst="round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200" dirty="0"/>
              <a:t>照明</a:t>
            </a:r>
          </a:p>
        </p:txBody>
      </p:sp>
      <p:sp>
        <p:nvSpPr>
          <p:cNvPr id="48" name="正方形/長方形 47">
            <a:extLst>
              <a:ext uri="{FF2B5EF4-FFF2-40B4-BE49-F238E27FC236}">
                <a16:creationId xmlns:a16="http://schemas.microsoft.com/office/drawing/2014/main" id="{DDE73E9F-05E0-1247-9894-4D8E6B66CEFD}"/>
              </a:ext>
            </a:extLst>
          </p:cNvPr>
          <p:cNvSpPr/>
          <p:nvPr/>
        </p:nvSpPr>
        <p:spPr>
          <a:xfrm rot="1577398">
            <a:off x="4128417" y="1625316"/>
            <a:ext cx="72000" cy="46800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9" name="テキスト ボックス 48">
            <a:extLst>
              <a:ext uri="{FF2B5EF4-FFF2-40B4-BE49-F238E27FC236}">
                <a16:creationId xmlns:a16="http://schemas.microsoft.com/office/drawing/2014/main" id="{CE3DCC9A-47FB-F8E9-F2B3-679065BDB00F}"/>
              </a:ext>
            </a:extLst>
          </p:cNvPr>
          <p:cNvSpPr txBox="1"/>
          <p:nvPr/>
        </p:nvSpPr>
        <p:spPr>
          <a:xfrm>
            <a:off x="3387696" y="1546182"/>
            <a:ext cx="748923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1100" b="1" dirty="0"/>
              <a:t>返し</a:t>
            </a:r>
            <a:endParaRPr kumimoji="1" lang="en-US" altLang="ja-JP" sz="1100" b="1" dirty="0"/>
          </a:p>
          <a:p>
            <a:r>
              <a:rPr kumimoji="1" lang="ja-JP" altLang="en-US" sz="1100" b="1" dirty="0"/>
              <a:t>モニター</a:t>
            </a:r>
          </a:p>
        </p:txBody>
      </p:sp>
      <p:grpSp>
        <p:nvGrpSpPr>
          <p:cNvPr id="84" name="グループ化 83">
            <a:extLst>
              <a:ext uri="{FF2B5EF4-FFF2-40B4-BE49-F238E27FC236}">
                <a16:creationId xmlns:a16="http://schemas.microsoft.com/office/drawing/2014/main" id="{B009661C-858A-B8F8-7F04-42AE13F91907}"/>
              </a:ext>
            </a:extLst>
          </p:cNvPr>
          <p:cNvGrpSpPr/>
          <p:nvPr/>
        </p:nvGrpSpPr>
        <p:grpSpPr>
          <a:xfrm>
            <a:off x="4509952" y="1581184"/>
            <a:ext cx="252000" cy="2449653"/>
            <a:chOff x="4509952" y="1609759"/>
            <a:chExt cx="252000" cy="2449653"/>
          </a:xfrm>
        </p:grpSpPr>
        <p:sp>
          <p:nvSpPr>
            <p:cNvPr id="52" name="正方形/長方形 51">
              <a:extLst>
                <a:ext uri="{FF2B5EF4-FFF2-40B4-BE49-F238E27FC236}">
                  <a16:creationId xmlns:a16="http://schemas.microsoft.com/office/drawing/2014/main" id="{3AE045C4-276E-7FB5-2E7D-AD45140DA2D8}"/>
                </a:ext>
              </a:extLst>
            </p:cNvPr>
            <p:cNvSpPr/>
            <p:nvPr/>
          </p:nvSpPr>
          <p:spPr>
            <a:xfrm>
              <a:off x="4509952" y="2159173"/>
              <a:ext cx="252000" cy="252000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lIns="0" tIns="0" rIns="0" bIns="0" rtlCol="0" anchor="ctr" anchorCtr="1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ja-JP" altLang="en-US" sz="600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  <p:sp>
          <p:nvSpPr>
            <p:cNvPr id="54" name="正方形/長方形 53">
              <a:extLst>
                <a:ext uri="{FF2B5EF4-FFF2-40B4-BE49-F238E27FC236}">
                  <a16:creationId xmlns:a16="http://schemas.microsoft.com/office/drawing/2014/main" id="{48B44C7A-A2C5-BF56-00E8-EB8A6A30AC24}"/>
                </a:ext>
              </a:extLst>
            </p:cNvPr>
            <p:cNvSpPr/>
            <p:nvPr/>
          </p:nvSpPr>
          <p:spPr>
            <a:xfrm>
              <a:off x="4509952" y="2708587"/>
              <a:ext cx="252000" cy="252000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lIns="0" tIns="0" rIns="0" bIns="0" rtlCol="0" anchor="ctr" anchorCtr="1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ja-JP" altLang="en-US" sz="600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  <p:sp>
          <p:nvSpPr>
            <p:cNvPr id="55" name="正方形/長方形 54">
              <a:extLst>
                <a:ext uri="{FF2B5EF4-FFF2-40B4-BE49-F238E27FC236}">
                  <a16:creationId xmlns:a16="http://schemas.microsoft.com/office/drawing/2014/main" id="{ACA620B8-1EDF-DF24-5D32-A75C4912E8B8}"/>
                </a:ext>
              </a:extLst>
            </p:cNvPr>
            <p:cNvSpPr/>
            <p:nvPr/>
          </p:nvSpPr>
          <p:spPr>
            <a:xfrm>
              <a:off x="4509952" y="2433880"/>
              <a:ext cx="252000" cy="252000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lIns="0" tIns="0" rIns="0" bIns="0" rtlCol="0" anchor="ctr" anchorCtr="1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ja-JP" altLang="en-US" sz="600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  <p:sp>
          <p:nvSpPr>
            <p:cNvPr id="56" name="正方形/長方形 55">
              <a:extLst>
                <a:ext uri="{FF2B5EF4-FFF2-40B4-BE49-F238E27FC236}">
                  <a16:creationId xmlns:a16="http://schemas.microsoft.com/office/drawing/2014/main" id="{2FAFBA37-2C45-AEFE-572D-E64E38EB3476}"/>
                </a:ext>
              </a:extLst>
            </p:cNvPr>
            <p:cNvSpPr/>
            <p:nvPr/>
          </p:nvSpPr>
          <p:spPr>
            <a:xfrm>
              <a:off x="4509952" y="2983294"/>
              <a:ext cx="252000" cy="252000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lIns="0" tIns="0" rIns="0" bIns="0" rtlCol="0" anchor="ctr" anchorCtr="1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ja-JP" altLang="en-US" sz="600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  <p:sp>
          <p:nvSpPr>
            <p:cNvPr id="57" name="正方形/長方形 56">
              <a:extLst>
                <a:ext uri="{FF2B5EF4-FFF2-40B4-BE49-F238E27FC236}">
                  <a16:creationId xmlns:a16="http://schemas.microsoft.com/office/drawing/2014/main" id="{58D155D9-7BBE-1F8D-D16D-E6127422CF8E}"/>
                </a:ext>
              </a:extLst>
            </p:cNvPr>
            <p:cNvSpPr/>
            <p:nvPr/>
          </p:nvSpPr>
          <p:spPr>
            <a:xfrm>
              <a:off x="4509952" y="3258001"/>
              <a:ext cx="252000" cy="252000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lIns="0" tIns="0" rIns="0" bIns="0" rtlCol="0" anchor="ctr" anchorCtr="1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ja-JP" altLang="en-US" sz="600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  <p:sp>
          <p:nvSpPr>
            <p:cNvPr id="58" name="正方形/長方形 57">
              <a:extLst>
                <a:ext uri="{FF2B5EF4-FFF2-40B4-BE49-F238E27FC236}">
                  <a16:creationId xmlns:a16="http://schemas.microsoft.com/office/drawing/2014/main" id="{5E8CC487-F8F2-F95E-2822-D05DC4E8B214}"/>
                </a:ext>
              </a:extLst>
            </p:cNvPr>
            <p:cNvSpPr/>
            <p:nvPr/>
          </p:nvSpPr>
          <p:spPr>
            <a:xfrm>
              <a:off x="4509952" y="3532708"/>
              <a:ext cx="252000" cy="252000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lIns="0" tIns="0" rIns="0" bIns="0" rtlCol="0" anchor="ctr" anchorCtr="1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ja-JP" altLang="en-US" sz="600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  <p:sp>
          <p:nvSpPr>
            <p:cNvPr id="87" name="正方形/長方形 86">
              <a:extLst>
                <a:ext uri="{FF2B5EF4-FFF2-40B4-BE49-F238E27FC236}">
                  <a16:creationId xmlns:a16="http://schemas.microsoft.com/office/drawing/2014/main" id="{8E3037BC-3CE7-6085-2051-EAE08AD21DB2}"/>
                </a:ext>
              </a:extLst>
            </p:cNvPr>
            <p:cNvSpPr/>
            <p:nvPr/>
          </p:nvSpPr>
          <p:spPr>
            <a:xfrm>
              <a:off x="4509952" y="3807412"/>
              <a:ext cx="252000" cy="252000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lIns="0" tIns="0" rIns="0" bIns="0" rtlCol="0" anchor="ctr" anchorCtr="1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ja-JP" altLang="en-US" sz="600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  <p:sp>
          <p:nvSpPr>
            <p:cNvPr id="50" name="正方形/長方形 49">
              <a:extLst>
                <a:ext uri="{FF2B5EF4-FFF2-40B4-BE49-F238E27FC236}">
                  <a16:creationId xmlns:a16="http://schemas.microsoft.com/office/drawing/2014/main" id="{F07A7FE5-A924-7185-052C-9ED5782A73A8}"/>
                </a:ext>
              </a:extLst>
            </p:cNvPr>
            <p:cNvSpPr/>
            <p:nvPr/>
          </p:nvSpPr>
          <p:spPr>
            <a:xfrm>
              <a:off x="4509952" y="1884466"/>
              <a:ext cx="252000" cy="252000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lIns="0" tIns="0" rIns="0" bIns="0" rtlCol="0" anchor="ctr" anchorCtr="1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ja-JP" altLang="en-US" sz="600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  <p:sp>
          <p:nvSpPr>
            <p:cNvPr id="60" name="正方形/長方形 59">
              <a:extLst>
                <a:ext uri="{FF2B5EF4-FFF2-40B4-BE49-F238E27FC236}">
                  <a16:creationId xmlns:a16="http://schemas.microsoft.com/office/drawing/2014/main" id="{52F6C24D-9F63-4851-36BE-2753113519DC}"/>
                </a:ext>
              </a:extLst>
            </p:cNvPr>
            <p:cNvSpPr/>
            <p:nvPr/>
          </p:nvSpPr>
          <p:spPr>
            <a:xfrm>
              <a:off x="4509952" y="1609759"/>
              <a:ext cx="252000" cy="252000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lIns="0" tIns="0" rIns="0" bIns="0" rtlCol="0" anchor="ctr" anchorCtr="1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ja-JP" altLang="en-US" sz="600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</p:grpSp>
      <p:grpSp>
        <p:nvGrpSpPr>
          <p:cNvPr id="85" name="グループ化 84">
            <a:extLst>
              <a:ext uri="{FF2B5EF4-FFF2-40B4-BE49-F238E27FC236}">
                <a16:creationId xmlns:a16="http://schemas.microsoft.com/office/drawing/2014/main" id="{199BDEFA-737C-1F36-2111-ADECEE5B674C}"/>
              </a:ext>
            </a:extLst>
          </p:cNvPr>
          <p:cNvGrpSpPr/>
          <p:nvPr/>
        </p:nvGrpSpPr>
        <p:grpSpPr>
          <a:xfrm>
            <a:off x="4995370" y="1581184"/>
            <a:ext cx="252000" cy="2449653"/>
            <a:chOff x="4509952" y="1609759"/>
            <a:chExt cx="252000" cy="2449653"/>
          </a:xfrm>
        </p:grpSpPr>
        <p:sp>
          <p:nvSpPr>
            <p:cNvPr id="86" name="正方形/長方形 85">
              <a:extLst>
                <a:ext uri="{FF2B5EF4-FFF2-40B4-BE49-F238E27FC236}">
                  <a16:creationId xmlns:a16="http://schemas.microsoft.com/office/drawing/2014/main" id="{A13B9D0C-64CB-AA37-F418-052BD457DC72}"/>
                </a:ext>
              </a:extLst>
            </p:cNvPr>
            <p:cNvSpPr/>
            <p:nvPr/>
          </p:nvSpPr>
          <p:spPr>
            <a:xfrm>
              <a:off x="4509952" y="2159173"/>
              <a:ext cx="252000" cy="252000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lIns="0" tIns="0" rIns="0" bIns="0" rtlCol="0" anchor="ctr" anchorCtr="1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ja-JP" altLang="en-US" sz="600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  <p:sp>
          <p:nvSpPr>
            <p:cNvPr id="89" name="正方形/長方形 88">
              <a:extLst>
                <a:ext uri="{FF2B5EF4-FFF2-40B4-BE49-F238E27FC236}">
                  <a16:creationId xmlns:a16="http://schemas.microsoft.com/office/drawing/2014/main" id="{7F570C1B-C98D-A5EF-0493-652EC30E5419}"/>
                </a:ext>
              </a:extLst>
            </p:cNvPr>
            <p:cNvSpPr/>
            <p:nvPr/>
          </p:nvSpPr>
          <p:spPr>
            <a:xfrm>
              <a:off x="4509952" y="2708587"/>
              <a:ext cx="252000" cy="252000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lIns="0" tIns="0" rIns="0" bIns="0" rtlCol="0" anchor="ctr" anchorCtr="1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ja-JP" altLang="en-US" sz="600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  <p:sp>
          <p:nvSpPr>
            <p:cNvPr id="91" name="正方形/長方形 90">
              <a:extLst>
                <a:ext uri="{FF2B5EF4-FFF2-40B4-BE49-F238E27FC236}">
                  <a16:creationId xmlns:a16="http://schemas.microsoft.com/office/drawing/2014/main" id="{3DA6A0D0-344B-D315-9AE3-6D8426EABC35}"/>
                </a:ext>
              </a:extLst>
            </p:cNvPr>
            <p:cNvSpPr/>
            <p:nvPr/>
          </p:nvSpPr>
          <p:spPr>
            <a:xfrm>
              <a:off x="4509952" y="2433880"/>
              <a:ext cx="252000" cy="252000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lIns="0" tIns="0" rIns="0" bIns="0" rtlCol="0" anchor="ctr" anchorCtr="1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ja-JP" altLang="en-US" sz="600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  <p:sp>
          <p:nvSpPr>
            <p:cNvPr id="93" name="正方形/長方形 92">
              <a:extLst>
                <a:ext uri="{FF2B5EF4-FFF2-40B4-BE49-F238E27FC236}">
                  <a16:creationId xmlns:a16="http://schemas.microsoft.com/office/drawing/2014/main" id="{C48C864C-757F-9C9B-4B9D-FB59365D7522}"/>
                </a:ext>
              </a:extLst>
            </p:cNvPr>
            <p:cNvSpPr/>
            <p:nvPr/>
          </p:nvSpPr>
          <p:spPr>
            <a:xfrm>
              <a:off x="4509952" y="2983294"/>
              <a:ext cx="252000" cy="252000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lIns="0" tIns="0" rIns="0" bIns="0" rtlCol="0" anchor="ctr" anchorCtr="1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ja-JP" altLang="en-US" sz="600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  <p:sp>
          <p:nvSpPr>
            <p:cNvPr id="94" name="正方形/長方形 93">
              <a:extLst>
                <a:ext uri="{FF2B5EF4-FFF2-40B4-BE49-F238E27FC236}">
                  <a16:creationId xmlns:a16="http://schemas.microsoft.com/office/drawing/2014/main" id="{5016C072-4A57-D2AC-F906-02E501F02B74}"/>
                </a:ext>
              </a:extLst>
            </p:cNvPr>
            <p:cNvSpPr/>
            <p:nvPr/>
          </p:nvSpPr>
          <p:spPr>
            <a:xfrm>
              <a:off x="4509952" y="3258001"/>
              <a:ext cx="252000" cy="252000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lIns="0" tIns="0" rIns="0" bIns="0" rtlCol="0" anchor="ctr" anchorCtr="1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ja-JP" altLang="en-US" sz="600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  <p:sp>
          <p:nvSpPr>
            <p:cNvPr id="95" name="正方形/長方形 94">
              <a:extLst>
                <a:ext uri="{FF2B5EF4-FFF2-40B4-BE49-F238E27FC236}">
                  <a16:creationId xmlns:a16="http://schemas.microsoft.com/office/drawing/2014/main" id="{FCFD3C2D-E3A6-A3BE-E10C-F50D90EF02E6}"/>
                </a:ext>
              </a:extLst>
            </p:cNvPr>
            <p:cNvSpPr/>
            <p:nvPr/>
          </p:nvSpPr>
          <p:spPr>
            <a:xfrm>
              <a:off x="4509952" y="3532708"/>
              <a:ext cx="252000" cy="252000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lIns="0" tIns="0" rIns="0" bIns="0" rtlCol="0" anchor="ctr" anchorCtr="1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ja-JP" altLang="en-US" sz="600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  <p:sp>
          <p:nvSpPr>
            <p:cNvPr id="98" name="正方形/長方形 97">
              <a:extLst>
                <a:ext uri="{FF2B5EF4-FFF2-40B4-BE49-F238E27FC236}">
                  <a16:creationId xmlns:a16="http://schemas.microsoft.com/office/drawing/2014/main" id="{58141F0F-3C4C-701A-9A34-331981D4F38A}"/>
                </a:ext>
              </a:extLst>
            </p:cNvPr>
            <p:cNvSpPr/>
            <p:nvPr/>
          </p:nvSpPr>
          <p:spPr>
            <a:xfrm>
              <a:off x="4509952" y="3807412"/>
              <a:ext cx="252000" cy="252000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lIns="0" tIns="0" rIns="0" bIns="0" rtlCol="0" anchor="ctr" anchorCtr="1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ja-JP" altLang="en-US" sz="600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  <p:sp>
          <p:nvSpPr>
            <p:cNvPr id="99" name="正方形/長方形 98">
              <a:extLst>
                <a:ext uri="{FF2B5EF4-FFF2-40B4-BE49-F238E27FC236}">
                  <a16:creationId xmlns:a16="http://schemas.microsoft.com/office/drawing/2014/main" id="{0FB5B518-0C67-086F-D822-500DBFEF96E5}"/>
                </a:ext>
              </a:extLst>
            </p:cNvPr>
            <p:cNvSpPr/>
            <p:nvPr/>
          </p:nvSpPr>
          <p:spPr>
            <a:xfrm>
              <a:off x="4509952" y="1884466"/>
              <a:ext cx="252000" cy="252000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lIns="0" tIns="0" rIns="0" bIns="0" rtlCol="0" anchor="ctr" anchorCtr="1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ja-JP" altLang="en-US" sz="600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  <p:sp>
          <p:nvSpPr>
            <p:cNvPr id="100" name="正方形/長方形 99">
              <a:extLst>
                <a:ext uri="{FF2B5EF4-FFF2-40B4-BE49-F238E27FC236}">
                  <a16:creationId xmlns:a16="http://schemas.microsoft.com/office/drawing/2014/main" id="{1350FB50-1981-93E9-CEB9-C450A2E49317}"/>
                </a:ext>
              </a:extLst>
            </p:cNvPr>
            <p:cNvSpPr/>
            <p:nvPr/>
          </p:nvSpPr>
          <p:spPr>
            <a:xfrm>
              <a:off x="4509952" y="1609759"/>
              <a:ext cx="252000" cy="252000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lIns="0" tIns="0" rIns="0" bIns="0" rtlCol="0" anchor="ctr" anchorCtr="1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ja-JP" altLang="en-US" sz="600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</p:grpSp>
      <p:grpSp>
        <p:nvGrpSpPr>
          <p:cNvPr id="101" name="グループ化 100">
            <a:extLst>
              <a:ext uri="{FF2B5EF4-FFF2-40B4-BE49-F238E27FC236}">
                <a16:creationId xmlns:a16="http://schemas.microsoft.com/office/drawing/2014/main" id="{869DD2A8-2886-A582-B6DD-934F09BB36D9}"/>
              </a:ext>
            </a:extLst>
          </p:cNvPr>
          <p:cNvGrpSpPr/>
          <p:nvPr/>
        </p:nvGrpSpPr>
        <p:grpSpPr>
          <a:xfrm>
            <a:off x="6483958" y="1581184"/>
            <a:ext cx="252000" cy="2449653"/>
            <a:chOff x="4509952" y="1609759"/>
            <a:chExt cx="252000" cy="2449653"/>
          </a:xfrm>
        </p:grpSpPr>
        <p:sp>
          <p:nvSpPr>
            <p:cNvPr id="102" name="正方形/長方形 101">
              <a:extLst>
                <a:ext uri="{FF2B5EF4-FFF2-40B4-BE49-F238E27FC236}">
                  <a16:creationId xmlns:a16="http://schemas.microsoft.com/office/drawing/2014/main" id="{63EDA817-846A-39B8-C71C-67C80AD45D4C}"/>
                </a:ext>
              </a:extLst>
            </p:cNvPr>
            <p:cNvSpPr/>
            <p:nvPr/>
          </p:nvSpPr>
          <p:spPr>
            <a:xfrm>
              <a:off x="4509952" y="2159173"/>
              <a:ext cx="252000" cy="252000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lIns="0" tIns="0" rIns="0" bIns="0" rtlCol="0" anchor="ctr" anchorCtr="1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ja-JP" altLang="en-US" sz="600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  <p:sp>
          <p:nvSpPr>
            <p:cNvPr id="104" name="正方形/長方形 103">
              <a:extLst>
                <a:ext uri="{FF2B5EF4-FFF2-40B4-BE49-F238E27FC236}">
                  <a16:creationId xmlns:a16="http://schemas.microsoft.com/office/drawing/2014/main" id="{EB767E8F-BDB1-A802-02BB-B155CC71F10C}"/>
                </a:ext>
              </a:extLst>
            </p:cNvPr>
            <p:cNvSpPr/>
            <p:nvPr/>
          </p:nvSpPr>
          <p:spPr>
            <a:xfrm>
              <a:off x="4509952" y="2708587"/>
              <a:ext cx="252000" cy="252000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lIns="0" tIns="0" rIns="0" bIns="0" rtlCol="0" anchor="ctr" anchorCtr="1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ja-JP" altLang="en-US" sz="600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  <p:sp>
          <p:nvSpPr>
            <p:cNvPr id="105" name="正方形/長方形 104">
              <a:extLst>
                <a:ext uri="{FF2B5EF4-FFF2-40B4-BE49-F238E27FC236}">
                  <a16:creationId xmlns:a16="http://schemas.microsoft.com/office/drawing/2014/main" id="{24008D30-D99D-D27B-7F58-057947B31343}"/>
                </a:ext>
              </a:extLst>
            </p:cNvPr>
            <p:cNvSpPr/>
            <p:nvPr/>
          </p:nvSpPr>
          <p:spPr>
            <a:xfrm>
              <a:off x="4509952" y="2433880"/>
              <a:ext cx="252000" cy="252000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lIns="0" tIns="0" rIns="0" bIns="0" rtlCol="0" anchor="ctr" anchorCtr="1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ja-JP" altLang="en-US" sz="600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  <p:sp>
          <p:nvSpPr>
            <p:cNvPr id="113" name="正方形/長方形 112">
              <a:extLst>
                <a:ext uri="{FF2B5EF4-FFF2-40B4-BE49-F238E27FC236}">
                  <a16:creationId xmlns:a16="http://schemas.microsoft.com/office/drawing/2014/main" id="{3E20E4B8-1224-B70F-0E60-E134A957A47C}"/>
                </a:ext>
              </a:extLst>
            </p:cNvPr>
            <p:cNvSpPr/>
            <p:nvPr/>
          </p:nvSpPr>
          <p:spPr>
            <a:xfrm>
              <a:off x="4509952" y="2983294"/>
              <a:ext cx="252000" cy="252000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lIns="0" tIns="0" rIns="0" bIns="0" rtlCol="0" anchor="ctr" anchorCtr="1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ja-JP" altLang="en-US" sz="600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  <p:sp>
          <p:nvSpPr>
            <p:cNvPr id="114" name="正方形/長方形 113">
              <a:extLst>
                <a:ext uri="{FF2B5EF4-FFF2-40B4-BE49-F238E27FC236}">
                  <a16:creationId xmlns:a16="http://schemas.microsoft.com/office/drawing/2014/main" id="{8EE14555-BF9C-A108-31BB-7320F88CE279}"/>
                </a:ext>
              </a:extLst>
            </p:cNvPr>
            <p:cNvSpPr/>
            <p:nvPr/>
          </p:nvSpPr>
          <p:spPr>
            <a:xfrm>
              <a:off x="4509952" y="3258001"/>
              <a:ext cx="252000" cy="252000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lIns="0" tIns="0" rIns="0" bIns="0" rtlCol="0" anchor="ctr" anchorCtr="1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ja-JP" altLang="en-US" sz="600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  <p:sp>
          <p:nvSpPr>
            <p:cNvPr id="115" name="正方形/長方形 114">
              <a:extLst>
                <a:ext uri="{FF2B5EF4-FFF2-40B4-BE49-F238E27FC236}">
                  <a16:creationId xmlns:a16="http://schemas.microsoft.com/office/drawing/2014/main" id="{90FFA35E-BA73-3342-01F0-F5871E306CE0}"/>
                </a:ext>
              </a:extLst>
            </p:cNvPr>
            <p:cNvSpPr/>
            <p:nvPr/>
          </p:nvSpPr>
          <p:spPr>
            <a:xfrm>
              <a:off x="4509952" y="3532708"/>
              <a:ext cx="252000" cy="252000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lIns="0" tIns="0" rIns="0" bIns="0" rtlCol="0" anchor="ctr" anchorCtr="1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ja-JP" altLang="en-US" sz="600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  <p:sp>
          <p:nvSpPr>
            <p:cNvPr id="116" name="正方形/長方形 115">
              <a:extLst>
                <a:ext uri="{FF2B5EF4-FFF2-40B4-BE49-F238E27FC236}">
                  <a16:creationId xmlns:a16="http://schemas.microsoft.com/office/drawing/2014/main" id="{7FAE6ED2-92B6-BFFA-43B1-6813EAC8B1E5}"/>
                </a:ext>
              </a:extLst>
            </p:cNvPr>
            <p:cNvSpPr/>
            <p:nvPr/>
          </p:nvSpPr>
          <p:spPr>
            <a:xfrm>
              <a:off x="4509952" y="3807412"/>
              <a:ext cx="252000" cy="252000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lIns="0" tIns="0" rIns="0" bIns="0" rtlCol="0" anchor="ctr" anchorCtr="1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ja-JP" altLang="en-US" sz="600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  <p:sp>
          <p:nvSpPr>
            <p:cNvPr id="128" name="正方形/長方形 127">
              <a:extLst>
                <a:ext uri="{FF2B5EF4-FFF2-40B4-BE49-F238E27FC236}">
                  <a16:creationId xmlns:a16="http://schemas.microsoft.com/office/drawing/2014/main" id="{45A50417-1781-942B-ADB7-B5C050DE9C38}"/>
                </a:ext>
              </a:extLst>
            </p:cNvPr>
            <p:cNvSpPr/>
            <p:nvPr/>
          </p:nvSpPr>
          <p:spPr>
            <a:xfrm>
              <a:off x="4509952" y="1884466"/>
              <a:ext cx="252000" cy="252000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lIns="0" tIns="0" rIns="0" bIns="0" rtlCol="0" anchor="ctr" anchorCtr="1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ja-JP" altLang="en-US" sz="600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  <p:sp>
          <p:nvSpPr>
            <p:cNvPr id="129" name="正方形/長方形 128">
              <a:extLst>
                <a:ext uri="{FF2B5EF4-FFF2-40B4-BE49-F238E27FC236}">
                  <a16:creationId xmlns:a16="http://schemas.microsoft.com/office/drawing/2014/main" id="{CF6D0772-C39C-7082-862C-C45E6AC46C36}"/>
                </a:ext>
              </a:extLst>
            </p:cNvPr>
            <p:cNvSpPr/>
            <p:nvPr/>
          </p:nvSpPr>
          <p:spPr>
            <a:xfrm>
              <a:off x="4509952" y="1609759"/>
              <a:ext cx="252000" cy="252000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lIns="0" tIns="0" rIns="0" bIns="0" rtlCol="0" anchor="ctr" anchorCtr="1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ja-JP" altLang="en-US" sz="600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</p:grpSp>
      <p:grpSp>
        <p:nvGrpSpPr>
          <p:cNvPr id="130" name="グループ化 129">
            <a:extLst>
              <a:ext uri="{FF2B5EF4-FFF2-40B4-BE49-F238E27FC236}">
                <a16:creationId xmlns:a16="http://schemas.microsoft.com/office/drawing/2014/main" id="{D0C5236B-22DD-3E61-ECE4-374D87D45B4C}"/>
              </a:ext>
            </a:extLst>
          </p:cNvPr>
          <p:cNvGrpSpPr/>
          <p:nvPr/>
        </p:nvGrpSpPr>
        <p:grpSpPr>
          <a:xfrm>
            <a:off x="6004947" y="1581184"/>
            <a:ext cx="252000" cy="2449653"/>
            <a:chOff x="4509952" y="1609759"/>
            <a:chExt cx="252000" cy="2449653"/>
          </a:xfrm>
        </p:grpSpPr>
        <p:sp>
          <p:nvSpPr>
            <p:cNvPr id="132" name="正方形/長方形 131">
              <a:extLst>
                <a:ext uri="{FF2B5EF4-FFF2-40B4-BE49-F238E27FC236}">
                  <a16:creationId xmlns:a16="http://schemas.microsoft.com/office/drawing/2014/main" id="{FECE6565-BE65-80AD-A1FC-CA20EB880D72}"/>
                </a:ext>
              </a:extLst>
            </p:cNvPr>
            <p:cNvSpPr/>
            <p:nvPr/>
          </p:nvSpPr>
          <p:spPr>
            <a:xfrm>
              <a:off x="4509952" y="2159173"/>
              <a:ext cx="252000" cy="252000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lIns="0" tIns="0" rIns="0" bIns="0" rtlCol="0" anchor="ctr" anchorCtr="1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ja-JP" altLang="en-US" sz="600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  <p:sp>
          <p:nvSpPr>
            <p:cNvPr id="133" name="正方形/長方形 132">
              <a:extLst>
                <a:ext uri="{FF2B5EF4-FFF2-40B4-BE49-F238E27FC236}">
                  <a16:creationId xmlns:a16="http://schemas.microsoft.com/office/drawing/2014/main" id="{C452A1E8-8108-39F4-F92D-D88A1238C875}"/>
                </a:ext>
              </a:extLst>
            </p:cNvPr>
            <p:cNvSpPr/>
            <p:nvPr/>
          </p:nvSpPr>
          <p:spPr>
            <a:xfrm>
              <a:off x="4509952" y="2708587"/>
              <a:ext cx="252000" cy="252000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lIns="0" tIns="0" rIns="0" bIns="0" rtlCol="0" anchor="ctr" anchorCtr="1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ja-JP" altLang="en-US" sz="600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  <p:sp>
          <p:nvSpPr>
            <p:cNvPr id="135" name="正方形/長方形 134">
              <a:extLst>
                <a:ext uri="{FF2B5EF4-FFF2-40B4-BE49-F238E27FC236}">
                  <a16:creationId xmlns:a16="http://schemas.microsoft.com/office/drawing/2014/main" id="{C9B219DA-8D7B-6574-4A7D-B2A390D7714D}"/>
                </a:ext>
              </a:extLst>
            </p:cNvPr>
            <p:cNvSpPr/>
            <p:nvPr/>
          </p:nvSpPr>
          <p:spPr>
            <a:xfrm>
              <a:off x="4509952" y="2433880"/>
              <a:ext cx="252000" cy="252000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lIns="0" tIns="0" rIns="0" bIns="0" rtlCol="0" anchor="ctr" anchorCtr="1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ja-JP" altLang="en-US" sz="600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  <p:sp>
          <p:nvSpPr>
            <p:cNvPr id="136" name="正方形/長方形 135">
              <a:extLst>
                <a:ext uri="{FF2B5EF4-FFF2-40B4-BE49-F238E27FC236}">
                  <a16:creationId xmlns:a16="http://schemas.microsoft.com/office/drawing/2014/main" id="{CB8413A8-7B53-48E0-B5A1-C33AECDE5B52}"/>
                </a:ext>
              </a:extLst>
            </p:cNvPr>
            <p:cNvSpPr/>
            <p:nvPr/>
          </p:nvSpPr>
          <p:spPr>
            <a:xfrm>
              <a:off x="4509952" y="2983294"/>
              <a:ext cx="252000" cy="252000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lIns="0" tIns="0" rIns="0" bIns="0" rtlCol="0" anchor="ctr" anchorCtr="1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ja-JP" altLang="en-US" sz="600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  <p:sp>
          <p:nvSpPr>
            <p:cNvPr id="137" name="正方形/長方形 136">
              <a:extLst>
                <a:ext uri="{FF2B5EF4-FFF2-40B4-BE49-F238E27FC236}">
                  <a16:creationId xmlns:a16="http://schemas.microsoft.com/office/drawing/2014/main" id="{E0C4790A-0D51-1FD7-F383-EC1C008C460E}"/>
                </a:ext>
              </a:extLst>
            </p:cNvPr>
            <p:cNvSpPr/>
            <p:nvPr/>
          </p:nvSpPr>
          <p:spPr>
            <a:xfrm>
              <a:off x="4509952" y="3258001"/>
              <a:ext cx="252000" cy="252000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lIns="0" tIns="0" rIns="0" bIns="0" rtlCol="0" anchor="ctr" anchorCtr="1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ja-JP" altLang="en-US" sz="600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  <p:sp>
          <p:nvSpPr>
            <p:cNvPr id="141" name="正方形/長方形 140">
              <a:extLst>
                <a:ext uri="{FF2B5EF4-FFF2-40B4-BE49-F238E27FC236}">
                  <a16:creationId xmlns:a16="http://schemas.microsoft.com/office/drawing/2014/main" id="{DA7ABFE2-2CF2-C033-226F-C85738A8E84E}"/>
                </a:ext>
              </a:extLst>
            </p:cNvPr>
            <p:cNvSpPr/>
            <p:nvPr/>
          </p:nvSpPr>
          <p:spPr>
            <a:xfrm>
              <a:off x="4509952" y="3532708"/>
              <a:ext cx="252000" cy="252000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lIns="0" tIns="0" rIns="0" bIns="0" rtlCol="0" anchor="ctr" anchorCtr="1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ja-JP" altLang="en-US" sz="600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  <p:sp>
          <p:nvSpPr>
            <p:cNvPr id="142" name="正方形/長方形 141">
              <a:extLst>
                <a:ext uri="{FF2B5EF4-FFF2-40B4-BE49-F238E27FC236}">
                  <a16:creationId xmlns:a16="http://schemas.microsoft.com/office/drawing/2014/main" id="{D0D75D67-F094-CEED-F21B-B2030EE4DA4F}"/>
                </a:ext>
              </a:extLst>
            </p:cNvPr>
            <p:cNvSpPr/>
            <p:nvPr/>
          </p:nvSpPr>
          <p:spPr>
            <a:xfrm>
              <a:off x="4509952" y="3807412"/>
              <a:ext cx="252000" cy="252000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lIns="0" tIns="0" rIns="0" bIns="0" rtlCol="0" anchor="ctr" anchorCtr="1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ja-JP" altLang="en-US" sz="600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  <p:sp>
          <p:nvSpPr>
            <p:cNvPr id="143" name="正方形/長方形 142">
              <a:extLst>
                <a:ext uri="{FF2B5EF4-FFF2-40B4-BE49-F238E27FC236}">
                  <a16:creationId xmlns:a16="http://schemas.microsoft.com/office/drawing/2014/main" id="{BEFB015B-A591-4505-1003-C30B8C8E1B2C}"/>
                </a:ext>
              </a:extLst>
            </p:cNvPr>
            <p:cNvSpPr/>
            <p:nvPr/>
          </p:nvSpPr>
          <p:spPr>
            <a:xfrm>
              <a:off x="4509952" y="1884466"/>
              <a:ext cx="252000" cy="252000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lIns="0" tIns="0" rIns="0" bIns="0" rtlCol="0" anchor="ctr" anchorCtr="1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ja-JP" altLang="en-US" sz="600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  <p:sp>
          <p:nvSpPr>
            <p:cNvPr id="144" name="正方形/長方形 143">
              <a:extLst>
                <a:ext uri="{FF2B5EF4-FFF2-40B4-BE49-F238E27FC236}">
                  <a16:creationId xmlns:a16="http://schemas.microsoft.com/office/drawing/2014/main" id="{6933BB6D-B074-5CF3-A75D-613A587E2BE2}"/>
                </a:ext>
              </a:extLst>
            </p:cNvPr>
            <p:cNvSpPr/>
            <p:nvPr/>
          </p:nvSpPr>
          <p:spPr>
            <a:xfrm>
              <a:off x="4509952" y="1609759"/>
              <a:ext cx="252000" cy="252000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lIns="0" tIns="0" rIns="0" bIns="0" rtlCol="0" anchor="ctr" anchorCtr="1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ja-JP" altLang="en-US" sz="600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</p:grpSp>
      <p:grpSp>
        <p:nvGrpSpPr>
          <p:cNvPr id="145" name="グループ化 144">
            <a:extLst>
              <a:ext uri="{FF2B5EF4-FFF2-40B4-BE49-F238E27FC236}">
                <a16:creationId xmlns:a16="http://schemas.microsoft.com/office/drawing/2014/main" id="{CE7065C3-9F4B-C2CA-9964-72A439684320}"/>
              </a:ext>
            </a:extLst>
          </p:cNvPr>
          <p:cNvGrpSpPr/>
          <p:nvPr/>
        </p:nvGrpSpPr>
        <p:grpSpPr>
          <a:xfrm>
            <a:off x="5489925" y="1581184"/>
            <a:ext cx="252000" cy="2449653"/>
            <a:chOff x="4509952" y="1609759"/>
            <a:chExt cx="252000" cy="2449653"/>
          </a:xfrm>
        </p:grpSpPr>
        <p:sp>
          <p:nvSpPr>
            <p:cNvPr id="146" name="正方形/長方形 145">
              <a:extLst>
                <a:ext uri="{FF2B5EF4-FFF2-40B4-BE49-F238E27FC236}">
                  <a16:creationId xmlns:a16="http://schemas.microsoft.com/office/drawing/2014/main" id="{ED917097-FFA8-7E06-FFAB-8FB58FAC1D52}"/>
                </a:ext>
              </a:extLst>
            </p:cNvPr>
            <p:cNvSpPr/>
            <p:nvPr/>
          </p:nvSpPr>
          <p:spPr>
            <a:xfrm>
              <a:off x="4509952" y="2159173"/>
              <a:ext cx="252000" cy="252000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lIns="0" tIns="0" rIns="0" bIns="0" rtlCol="0" anchor="ctr" anchorCtr="1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ja-JP" altLang="en-US" sz="600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  <p:sp>
          <p:nvSpPr>
            <p:cNvPr id="147" name="正方形/長方形 146">
              <a:extLst>
                <a:ext uri="{FF2B5EF4-FFF2-40B4-BE49-F238E27FC236}">
                  <a16:creationId xmlns:a16="http://schemas.microsoft.com/office/drawing/2014/main" id="{044F41A6-4136-F309-0A65-F69A8856DF66}"/>
                </a:ext>
              </a:extLst>
            </p:cNvPr>
            <p:cNvSpPr/>
            <p:nvPr/>
          </p:nvSpPr>
          <p:spPr>
            <a:xfrm>
              <a:off x="4509952" y="2708587"/>
              <a:ext cx="252000" cy="252000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lIns="0" tIns="0" rIns="0" bIns="0" rtlCol="0" anchor="ctr" anchorCtr="1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ja-JP" altLang="en-US" sz="600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  <p:sp>
          <p:nvSpPr>
            <p:cNvPr id="148" name="正方形/長方形 147">
              <a:extLst>
                <a:ext uri="{FF2B5EF4-FFF2-40B4-BE49-F238E27FC236}">
                  <a16:creationId xmlns:a16="http://schemas.microsoft.com/office/drawing/2014/main" id="{CF0E46EA-CD19-1EE6-E759-0B9493DD1C74}"/>
                </a:ext>
              </a:extLst>
            </p:cNvPr>
            <p:cNvSpPr/>
            <p:nvPr/>
          </p:nvSpPr>
          <p:spPr>
            <a:xfrm>
              <a:off x="4509952" y="2433880"/>
              <a:ext cx="252000" cy="252000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lIns="0" tIns="0" rIns="0" bIns="0" rtlCol="0" anchor="ctr" anchorCtr="1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ja-JP" altLang="en-US" sz="600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  <p:sp>
          <p:nvSpPr>
            <p:cNvPr id="149" name="正方形/長方形 148">
              <a:extLst>
                <a:ext uri="{FF2B5EF4-FFF2-40B4-BE49-F238E27FC236}">
                  <a16:creationId xmlns:a16="http://schemas.microsoft.com/office/drawing/2014/main" id="{A4B4458D-B816-A12B-990E-7D6AC78FC764}"/>
                </a:ext>
              </a:extLst>
            </p:cNvPr>
            <p:cNvSpPr/>
            <p:nvPr/>
          </p:nvSpPr>
          <p:spPr>
            <a:xfrm>
              <a:off x="4509952" y="2983294"/>
              <a:ext cx="252000" cy="252000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lIns="0" tIns="0" rIns="0" bIns="0" rtlCol="0" anchor="ctr" anchorCtr="1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ja-JP" altLang="en-US" sz="600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  <p:sp>
          <p:nvSpPr>
            <p:cNvPr id="150" name="正方形/長方形 149">
              <a:extLst>
                <a:ext uri="{FF2B5EF4-FFF2-40B4-BE49-F238E27FC236}">
                  <a16:creationId xmlns:a16="http://schemas.microsoft.com/office/drawing/2014/main" id="{7148981D-9DFB-C4AB-753A-3BC6CFDC543E}"/>
                </a:ext>
              </a:extLst>
            </p:cNvPr>
            <p:cNvSpPr/>
            <p:nvPr/>
          </p:nvSpPr>
          <p:spPr>
            <a:xfrm>
              <a:off x="4509952" y="3258001"/>
              <a:ext cx="252000" cy="252000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lIns="0" tIns="0" rIns="0" bIns="0" rtlCol="0" anchor="ctr" anchorCtr="1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ja-JP" altLang="en-US" sz="600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  <p:sp>
          <p:nvSpPr>
            <p:cNvPr id="151" name="正方形/長方形 150">
              <a:extLst>
                <a:ext uri="{FF2B5EF4-FFF2-40B4-BE49-F238E27FC236}">
                  <a16:creationId xmlns:a16="http://schemas.microsoft.com/office/drawing/2014/main" id="{4CA10626-C37A-CCD2-D0D6-4C06244EE260}"/>
                </a:ext>
              </a:extLst>
            </p:cNvPr>
            <p:cNvSpPr/>
            <p:nvPr/>
          </p:nvSpPr>
          <p:spPr>
            <a:xfrm>
              <a:off x="4509952" y="3532708"/>
              <a:ext cx="252000" cy="252000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lIns="0" tIns="0" rIns="0" bIns="0" rtlCol="0" anchor="ctr" anchorCtr="1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ja-JP" altLang="en-US" sz="600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  <p:sp>
          <p:nvSpPr>
            <p:cNvPr id="152" name="正方形/長方形 151">
              <a:extLst>
                <a:ext uri="{FF2B5EF4-FFF2-40B4-BE49-F238E27FC236}">
                  <a16:creationId xmlns:a16="http://schemas.microsoft.com/office/drawing/2014/main" id="{2DD6D150-7452-809E-1825-E9E65FCF2BBB}"/>
                </a:ext>
              </a:extLst>
            </p:cNvPr>
            <p:cNvSpPr/>
            <p:nvPr/>
          </p:nvSpPr>
          <p:spPr>
            <a:xfrm>
              <a:off x="4509952" y="3807412"/>
              <a:ext cx="252000" cy="252000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lIns="0" tIns="0" rIns="0" bIns="0" rtlCol="0" anchor="ctr" anchorCtr="1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ja-JP" altLang="en-US" sz="600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  <p:sp>
          <p:nvSpPr>
            <p:cNvPr id="153" name="正方形/長方形 152">
              <a:extLst>
                <a:ext uri="{FF2B5EF4-FFF2-40B4-BE49-F238E27FC236}">
                  <a16:creationId xmlns:a16="http://schemas.microsoft.com/office/drawing/2014/main" id="{12821434-27DE-F887-12DD-1C58E4DA3BC4}"/>
                </a:ext>
              </a:extLst>
            </p:cNvPr>
            <p:cNvSpPr/>
            <p:nvPr/>
          </p:nvSpPr>
          <p:spPr>
            <a:xfrm>
              <a:off x="4509952" y="1884466"/>
              <a:ext cx="252000" cy="252000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lIns="0" tIns="0" rIns="0" bIns="0" rtlCol="0" anchor="ctr" anchorCtr="1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ja-JP" altLang="en-US" sz="600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  <p:sp>
          <p:nvSpPr>
            <p:cNvPr id="154" name="正方形/長方形 153">
              <a:extLst>
                <a:ext uri="{FF2B5EF4-FFF2-40B4-BE49-F238E27FC236}">
                  <a16:creationId xmlns:a16="http://schemas.microsoft.com/office/drawing/2014/main" id="{5B37BC3A-5781-415B-4B71-AF51E1F95463}"/>
                </a:ext>
              </a:extLst>
            </p:cNvPr>
            <p:cNvSpPr/>
            <p:nvPr/>
          </p:nvSpPr>
          <p:spPr>
            <a:xfrm>
              <a:off x="4509952" y="1609759"/>
              <a:ext cx="252000" cy="252000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lIns="0" tIns="0" rIns="0" bIns="0" rtlCol="0" anchor="ctr" anchorCtr="1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ja-JP" altLang="en-US" sz="600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</p:grpSp>
      <p:grpSp>
        <p:nvGrpSpPr>
          <p:cNvPr id="155" name="グループ化 154">
            <a:extLst>
              <a:ext uri="{FF2B5EF4-FFF2-40B4-BE49-F238E27FC236}">
                <a16:creationId xmlns:a16="http://schemas.microsoft.com/office/drawing/2014/main" id="{BAA81D92-1E45-0C4D-374B-ED496D6CF8C8}"/>
              </a:ext>
            </a:extLst>
          </p:cNvPr>
          <p:cNvGrpSpPr/>
          <p:nvPr/>
        </p:nvGrpSpPr>
        <p:grpSpPr>
          <a:xfrm>
            <a:off x="7019688" y="2405305"/>
            <a:ext cx="252000" cy="1625532"/>
            <a:chOff x="4509952" y="2433880"/>
            <a:chExt cx="252000" cy="1625532"/>
          </a:xfrm>
        </p:grpSpPr>
        <p:sp>
          <p:nvSpPr>
            <p:cNvPr id="157" name="正方形/長方形 156">
              <a:extLst>
                <a:ext uri="{FF2B5EF4-FFF2-40B4-BE49-F238E27FC236}">
                  <a16:creationId xmlns:a16="http://schemas.microsoft.com/office/drawing/2014/main" id="{56AC33CD-BF21-53EF-AB7B-D00BC39D92A0}"/>
                </a:ext>
              </a:extLst>
            </p:cNvPr>
            <p:cNvSpPr/>
            <p:nvPr/>
          </p:nvSpPr>
          <p:spPr>
            <a:xfrm>
              <a:off x="4509952" y="2708587"/>
              <a:ext cx="252000" cy="252000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lIns="0" tIns="0" rIns="0" bIns="0" rtlCol="0" anchor="ctr" anchorCtr="1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ja-JP" altLang="en-US" sz="600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  <p:sp>
          <p:nvSpPr>
            <p:cNvPr id="158" name="正方形/長方形 157">
              <a:extLst>
                <a:ext uri="{FF2B5EF4-FFF2-40B4-BE49-F238E27FC236}">
                  <a16:creationId xmlns:a16="http://schemas.microsoft.com/office/drawing/2014/main" id="{5E15B29A-4D86-4B82-FEBA-18BAF044830B}"/>
                </a:ext>
              </a:extLst>
            </p:cNvPr>
            <p:cNvSpPr/>
            <p:nvPr/>
          </p:nvSpPr>
          <p:spPr>
            <a:xfrm>
              <a:off x="4509952" y="2433880"/>
              <a:ext cx="252000" cy="252000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lIns="0" tIns="0" rIns="0" bIns="0" rtlCol="0" anchor="ctr" anchorCtr="1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ja-JP" altLang="en-US" sz="600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  <p:sp>
          <p:nvSpPr>
            <p:cNvPr id="159" name="正方形/長方形 158">
              <a:extLst>
                <a:ext uri="{FF2B5EF4-FFF2-40B4-BE49-F238E27FC236}">
                  <a16:creationId xmlns:a16="http://schemas.microsoft.com/office/drawing/2014/main" id="{44795BE9-97C1-7C26-2E84-2717D949ED97}"/>
                </a:ext>
              </a:extLst>
            </p:cNvPr>
            <p:cNvSpPr/>
            <p:nvPr/>
          </p:nvSpPr>
          <p:spPr>
            <a:xfrm>
              <a:off x="4509952" y="2983294"/>
              <a:ext cx="252000" cy="252000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lIns="0" tIns="0" rIns="0" bIns="0" rtlCol="0" anchor="ctr" anchorCtr="1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ja-JP" altLang="en-US" sz="600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  <p:sp>
          <p:nvSpPr>
            <p:cNvPr id="160" name="正方形/長方形 159">
              <a:extLst>
                <a:ext uri="{FF2B5EF4-FFF2-40B4-BE49-F238E27FC236}">
                  <a16:creationId xmlns:a16="http://schemas.microsoft.com/office/drawing/2014/main" id="{9F2FAB91-B3D5-9BC8-3B43-4D6B139C45D6}"/>
                </a:ext>
              </a:extLst>
            </p:cNvPr>
            <p:cNvSpPr/>
            <p:nvPr/>
          </p:nvSpPr>
          <p:spPr>
            <a:xfrm>
              <a:off x="4509952" y="3258001"/>
              <a:ext cx="252000" cy="252000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lIns="0" tIns="0" rIns="0" bIns="0" rtlCol="0" anchor="ctr" anchorCtr="1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ja-JP" altLang="en-US" sz="600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  <p:sp>
          <p:nvSpPr>
            <p:cNvPr id="161" name="正方形/長方形 160">
              <a:extLst>
                <a:ext uri="{FF2B5EF4-FFF2-40B4-BE49-F238E27FC236}">
                  <a16:creationId xmlns:a16="http://schemas.microsoft.com/office/drawing/2014/main" id="{2A67C5A4-712A-31BD-6F4E-E373B6B8458E}"/>
                </a:ext>
              </a:extLst>
            </p:cNvPr>
            <p:cNvSpPr/>
            <p:nvPr/>
          </p:nvSpPr>
          <p:spPr>
            <a:xfrm>
              <a:off x="4509952" y="3532708"/>
              <a:ext cx="252000" cy="252000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lIns="0" tIns="0" rIns="0" bIns="0" rtlCol="0" anchor="ctr" anchorCtr="1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ja-JP" altLang="en-US" sz="600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  <p:sp>
          <p:nvSpPr>
            <p:cNvPr id="162" name="正方形/長方形 161">
              <a:extLst>
                <a:ext uri="{FF2B5EF4-FFF2-40B4-BE49-F238E27FC236}">
                  <a16:creationId xmlns:a16="http://schemas.microsoft.com/office/drawing/2014/main" id="{1B752629-634C-6E07-37D2-36DAD6C49DCE}"/>
                </a:ext>
              </a:extLst>
            </p:cNvPr>
            <p:cNvSpPr/>
            <p:nvPr/>
          </p:nvSpPr>
          <p:spPr>
            <a:xfrm>
              <a:off x="4509952" y="3807412"/>
              <a:ext cx="252000" cy="252000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lIns="0" tIns="0" rIns="0" bIns="0" rtlCol="0" anchor="ctr" anchorCtr="1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ja-JP" altLang="en-US" sz="600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</p:grpSp>
      <p:sp>
        <p:nvSpPr>
          <p:cNvPr id="165" name="正方形/長方形 164">
            <a:extLst>
              <a:ext uri="{FF2B5EF4-FFF2-40B4-BE49-F238E27FC236}">
                <a16:creationId xmlns:a16="http://schemas.microsoft.com/office/drawing/2014/main" id="{339C8B19-CE3D-A60F-6AC5-EAEA3DAE9ED9}"/>
              </a:ext>
            </a:extLst>
          </p:cNvPr>
          <p:cNvSpPr/>
          <p:nvPr/>
        </p:nvSpPr>
        <p:spPr>
          <a:xfrm>
            <a:off x="5489199" y="4061157"/>
            <a:ext cx="252000" cy="252000"/>
          </a:xfrm>
          <a:prstGeom prst="rect">
            <a:avLst/>
          </a:prstGeom>
          <a:solidFill>
            <a:schemeClr val="bg1"/>
          </a:solidFill>
          <a:ln w="63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tIns="0" rIns="0" bIns="0" rtlCol="0" anchor="ctr" anchorCtr="1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ja-JP" altLang="en-US" sz="600" dirty="0">
              <a:solidFill>
                <a:schemeClr val="tx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66" name="正方形/長方形 165">
            <a:extLst>
              <a:ext uri="{FF2B5EF4-FFF2-40B4-BE49-F238E27FC236}">
                <a16:creationId xmlns:a16="http://schemas.microsoft.com/office/drawing/2014/main" id="{04A7E29A-3E76-D0AA-E941-87E40F7BDC83}"/>
              </a:ext>
            </a:extLst>
          </p:cNvPr>
          <p:cNvSpPr/>
          <p:nvPr/>
        </p:nvSpPr>
        <p:spPr>
          <a:xfrm>
            <a:off x="6010366" y="4057270"/>
            <a:ext cx="252000" cy="252000"/>
          </a:xfrm>
          <a:prstGeom prst="rect">
            <a:avLst/>
          </a:prstGeom>
          <a:solidFill>
            <a:schemeClr val="bg1"/>
          </a:solidFill>
          <a:ln w="63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tIns="0" rIns="0" bIns="0" rtlCol="0" anchor="ctr" anchorCtr="1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ja-JP" altLang="en-US" sz="600" dirty="0">
              <a:solidFill>
                <a:schemeClr val="tx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68" name="正方形/長方形 167">
            <a:extLst>
              <a:ext uri="{FF2B5EF4-FFF2-40B4-BE49-F238E27FC236}">
                <a16:creationId xmlns:a16="http://schemas.microsoft.com/office/drawing/2014/main" id="{120D463F-8D3A-0D5D-3FC0-E19B50FE2DD4}"/>
              </a:ext>
            </a:extLst>
          </p:cNvPr>
          <p:cNvSpPr/>
          <p:nvPr/>
        </p:nvSpPr>
        <p:spPr>
          <a:xfrm>
            <a:off x="722111" y="4600721"/>
            <a:ext cx="252000" cy="252000"/>
          </a:xfrm>
          <a:prstGeom prst="rect">
            <a:avLst/>
          </a:prstGeom>
          <a:solidFill>
            <a:srgbClr val="FF0066"/>
          </a:solidFill>
          <a:ln w="6350">
            <a:solidFill>
              <a:sysClr val="windowText" lastClr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kumimoji="1" lang="ja-JP" altLang="en-US" sz="1100" dirty="0">
              <a:solidFill>
                <a:sysClr val="windowText" lastClr="000000"/>
              </a:solidFill>
            </a:endParaRPr>
          </a:p>
        </p:txBody>
      </p:sp>
      <p:sp>
        <p:nvSpPr>
          <p:cNvPr id="169" name="四角形: 角を丸くする 89">
            <a:extLst>
              <a:ext uri="{FF2B5EF4-FFF2-40B4-BE49-F238E27FC236}">
                <a16:creationId xmlns:a16="http://schemas.microsoft.com/office/drawing/2014/main" id="{0B901128-87D2-0EB3-6EC1-B0F383C6DE0F}"/>
              </a:ext>
            </a:extLst>
          </p:cNvPr>
          <p:cNvSpPr/>
          <p:nvPr/>
        </p:nvSpPr>
        <p:spPr>
          <a:xfrm>
            <a:off x="966255" y="4560123"/>
            <a:ext cx="1030069" cy="333195"/>
          </a:xfrm>
          <a:prstGeom prst="roundRect">
            <a:avLst/>
          </a:prstGeom>
          <a:noFill/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t"/>
          <a:lstStyle/>
          <a:p>
            <a:r>
              <a:rPr lang="ja-JP" altLang="en-US" sz="1100" dirty="0">
                <a:solidFill>
                  <a:sysClr val="windowText" lastClr="000000"/>
                </a:solidFill>
                <a:latin typeface="Meiryo UI"/>
                <a:ea typeface="Meiryo UI"/>
              </a:rPr>
              <a:t>優子学長</a:t>
            </a:r>
            <a:endParaRPr lang="en-US" altLang="ja-JP" dirty="0">
              <a:latin typeface="Meiryo UI"/>
              <a:ea typeface="Meiryo UI"/>
            </a:endParaRPr>
          </a:p>
        </p:txBody>
      </p:sp>
      <p:sp>
        <p:nvSpPr>
          <p:cNvPr id="179" name="正方形/長方形 178">
            <a:extLst>
              <a:ext uri="{FF2B5EF4-FFF2-40B4-BE49-F238E27FC236}">
                <a16:creationId xmlns:a16="http://schemas.microsoft.com/office/drawing/2014/main" id="{6D0D1608-9CCA-36BF-5BF0-1B15ACF5D51F}"/>
              </a:ext>
            </a:extLst>
          </p:cNvPr>
          <p:cNvSpPr/>
          <p:nvPr/>
        </p:nvSpPr>
        <p:spPr>
          <a:xfrm>
            <a:off x="8130534" y="4253911"/>
            <a:ext cx="252000" cy="407012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050" dirty="0"/>
              <a:t>階段</a:t>
            </a:r>
          </a:p>
        </p:txBody>
      </p:sp>
      <p:sp>
        <p:nvSpPr>
          <p:cNvPr id="181" name="四角形: 角を丸くする 89">
            <a:extLst>
              <a:ext uri="{FF2B5EF4-FFF2-40B4-BE49-F238E27FC236}">
                <a16:creationId xmlns:a16="http://schemas.microsoft.com/office/drawing/2014/main" id="{8DB4B726-88FC-C21B-0782-9B1A54BF2DAD}"/>
              </a:ext>
            </a:extLst>
          </p:cNvPr>
          <p:cNvSpPr/>
          <p:nvPr/>
        </p:nvSpPr>
        <p:spPr>
          <a:xfrm>
            <a:off x="514633" y="5995494"/>
            <a:ext cx="1933311" cy="500556"/>
          </a:xfrm>
          <a:prstGeom prst="roundRect">
            <a:avLst/>
          </a:prstGeom>
          <a:noFill/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t"/>
          <a:lstStyle/>
          <a:p>
            <a:r>
              <a:rPr lang="en-US" altLang="ja-JP" sz="1100" dirty="0">
                <a:solidFill>
                  <a:sysClr val="windowText" lastClr="000000"/>
                </a:solidFill>
                <a:latin typeface="Meiryo UI"/>
                <a:ea typeface="Meiryo UI"/>
              </a:rPr>
              <a:t>53</a:t>
            </a:r>
            <a:r>
              <a:rPr lang="ja-JP" altLang="en-US" sz="1100" dirty="0">
                <a:solidFill>
                  <a:sysClr val="windowText" lastClr="000000"/>
                </a:solidFill>
                <a:latin typeface="Meiryo UI"/>
                <a:ea typeface="Meiryo UI"/>
              </a:rPr>
              <a:t>席＋学長席・総合司会席</a:t>
            </a:r>
            <a:endParaRPr lang="en-US" altLang="ja-JP" dirty="0">
              <a:latin typeface="Meiryo UI"/>
              <a:ea typeface="Meiryo UI"/>
            </a:endParaRPr>
          </a:p>
        </p:txBody>
      </p:sp>
      <p:sp>
        <p:nvSpPr>
          <p:cNvPr id="182" name="正方形/長方形 181">
            <a:extLst>
              <a:ext uri="{FF2B5EF4-FFF2-40B4-BE49-F238E27FC236}">
                <a16:creationId xmlns:a16="http://schemas.microsoft.com/office/drawing/2014/main" id="{5F507F14-6D6D-8AB3-7847-B1E952C7170E}"/>
              </a:ext>
            </a:extLst>
          </p:cNvPr>
          <p:cNvSpPr/>
          <p:nvPr/>
        </p:nvSpPr>
        <p:spPr>
          <a:xfrm>
            <a:off x="8130534" y="3673195"/>
            <a:ext cx="577380" cy="407012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050" dirty="0"/>
          </a:p>
        </p:txBody>
      </p:sp>
      <p:sp>
        <p:nvSpPr>
          <p:cNvPr id="183" name="吹き出し: 線 (強調線付き) 182">
            <a:extLst>
              <a:ext uri="{FF2B5EF4-FFF2-40B4-BE49-F238E27FC236}">
                <a16:creationId xmlns:a16="http://schemas.microsoft.com/office/drawing/2014/main" id="{3849B12C-0E62-FE50-24E0-7E3E3C4B5F19}"/>
              </a:ext>
            </a:extLst>
          </p:cNvPr>
          <p:cNvSpPr/>
          <p:nvPr/>
        </p:nvSpPr>
        <p:spPr>
          <a:xfrm>
            <a:off x="9018193" y="4050405"/>
            <a:ext cx="1806589" cy="407012"/>
          </a:xfrm>
          <a:prstGeom prst="accentCallout1">
            <a:avLst>
              <a:gd name="adj1" fmla="val 18750"/>
              <a:gd name="adj2" fmla="val -1842"/>
              <a:gd name="adj3" fmla="val -39615"/>
              <a:gd name="adj4" fmla="val -33612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100" dirty="0"/>
              <a:t>88</a:t>
            </a:r>
            <a:r>
              <a:rPr kumimoji="1" lang="ja-JP" altLang="en-US" sz="1100" dirty="0"/>
              <a:t>感門のみ：楽器置き場</a:t>
            </a:r>
          </a:p>
        </p:txBody>
      </p:sp>
      <p:sp>
        <p:nvSpPr>
          <p:cNvPr id="6" name="楕円 5">
            <a:extLst>
              <a:ext uri="{FF2B5EF4-FFF2-40B4-BE49-F238E27FC236}">
                <a16:creationId xmlns:a16="http://schemas.microsoft.com/office/drawing/2014/main" id="{9FEC46D5-D2A7-C140-6C9A-9A1806F6AFE9}"/>
              </a:ext>
            </a:extLst>
          </p:cNvPr>
          <p:cNvSpPr/>
          <p:nvPr/>
        </p:nvSpPr>
        <p:spPr>
          <a:xfrm>
            <a:off x="4634263" y="1717766"/>
            <a:ext cx="854936" cy="777784"/>
          </a:xfrm>
          <a:prstGeom prst="ellipse">
            <a:avLst/>
          </a:prstGeom>
          <a:ln w="28575">
            <a:solidFill>
              <a:srgbClr val="C0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ja-JP" sz="800" dirty="0"/>
              <a:t>DD</a:t>
            </a:r>
            <a:br>
              <a:rPr lang="en-US" altLang="ja-JP" sz="800" dirty="0"/>
            </a:br>
            <a:r>
              <a:rPr lang="ja-JP" altLang="en-US" sz="800" dirty="0"/>
              <a:t>風土</a:t>
            </a:r>
            <a:endParaRPr kumimoji="1" lang="ja-JP" altLang="en-US" sz="800" dirty="0"/>
          </a:p>
        </p:txBody>
      </p:sp>
      <p:sp>
        <p:nvSpPr>
          <p:cNvPr id="7" name="楕円 6">
            <a:extLst>
              <a:ext uri="{FF2B5EF4-FFF2-40B4-BE49-F238E27FC236}">
                <a16:creationId xmlns:a16="http://schemas.microsoft.com/office/drawing/2014/main" id="{B15AC06E-A413-2602-C336-C4E0EEEE7297}"/>
              </a:ext>
            </a:extLst>
          </p:cNvPr>
          <p:cNvSpPr/>
          <p:nvPr/>
        </p:nvSpPr>
        <p:spPr>
          <a:xfrm>
            <a:off x="6457950" y="2164957"/>
            <a:ext cx="990600" cy="597293"/>
          </a:xfrm>
          <a:prstGeom prst="ellipse">
            <a:avLst/>
          </a:prstGeom>
          <a:ln w="28575">
            <a:solidFill>
              <a:srgbClr val="C0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ja-JP" altLang="en-US" sz="800" dirty="0"/>
              <a:t>はばたけ</a:t>
            </a:r>
            <a:br>
              <a:rPr kumimoji="1" lang="en-US" altLang="ja-JP" sz="800" dirty="0"/>
            </a:br>
            <a:r>
              <a:rPr kumimoji="1" lang="ja-JP" altLang="en-US" sz="800" dirty="0"/>
              <a:t>サルサ</a:t>
            </a:r>
          </a:p>
        </p:txBody>
      </p:sp>
      <p:sp>
        <p:nvSpPr>
          <p:cNvPr id="8" name="楕円 7">
            <a:extLst>
              <a:ext uri="{FF2B5EF4-FFF2-40B4-BE49-F238E27FC236}">
                <a16:creationId xmlns:a16="http://schemas.microsoft.com/office/drawing/2014/main" id="{AFB5D618-5B51-701E-35E0-AB2096428934}"/>
              </a:ext>
            </a:extLst>
          </p:cNvPr>
          <p:cNvSpPr/>
          <p:nvPr/>
        </p:nvSpPr>
        <p:spPr>
          <a:xfrm>
            <a:off x="6698253" y="3162300"/>
            <a:ext cx="804339" cy="755731"/>
          </a:xfrm>
          <a:prstGeom prst="ellipse">
            <a:avLst/>
          </a:prstGeom>
          <a:ln w="28575">
            <a:solidFill>
              <a:srgbClr val="C0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ja-JP" altLang="en-US" sz="800" dirty="0"/>
              <a:t>半可</a:t>
            </a:r>
            <a:br>
              <a:rPr kumimoji="1" lang="en-US" altLang="ja-JP" sz="800" dirty="0"/>
            </a:br>
            <a:r>
              <a:rPr kumimoji="1" lang="ja-JP" altLang="en-US" sz="800" dirty="0"/>
              <a:t>風月</a:t>
            </a:r>
          </a:p>
        </p:txBody>
      </p:sp>
      <p:sp>
        <p:nvSpPr>
          <p:cNvPr id="12" name="楕円 11">
            <a:extLst>
              <a:ext uri="{FF2B5EF4-FFF2-40B4-BE49-F238E27FC236}">
                <a16:creationId xmlns:a16="http://schemas.microsoft.com/office/drawing/2014/main" id="{30933131-53A6-4DDB-C938-2F3D94636070}"/>
              </a:ext>
            </a:extLst>
          </p:cNvPr>
          <p:cNvSpPr/>
          <p:nvPr/>
        </p:nvSpPr>
        <p:spPr>
          <a:xfrm>
            <a:off x="5640758" y="3027068"/>
            <a:ext cx="854936" cy="876352"/>
          </a:xfrm>
          <a:prstGeom prst="ellipse">
            <a:avLst/>
          </a:prstGeom>
          <a:ln w="28575">
            <a:solidFill>
              <a:srgbClr val="C0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ja-JP" altLang="en-US" sz="800" dirty="0"/>
              <a:t>夕刊</a:t>
            </a:r>
            <a:br>
              <a:rPr kumimoji="1" lang="en-US" altLang="ja-JP" sz="800" dirty="0"/>
            </a:br>
            <a:r>
              <a:rPr kumimoji="1" lang="ja-JP" altLang="en-US" sz="800" dirty="0"/>
              <a:t>カオス</a:t>
            </a:r>
          </a:p>
        </p:txBody>
      </p:sp>
      <p:sp>
        <p:nvSpPr>
          <p:cNvPr id="15" name="楕円 14">
            <a:extLst>
              <a:ext uri="{FF2B5EF4-FFF2-40B4-BE49-F238E27FC236}">
                <a16:creationId xmlns:a16="http://schemas.microsoft.com/office/drawing/2014/main" id="{12F5DA4F-180C-63E5-EA90-70B5C32ACDE0}"/>
              </a:ext>
            </a:extLst>
          </p:cNvPr>
          <p:cNvSpPr/>
          <p:nvPr/>
        </p:nvSpPr>
        <p:spPr>
          <a:xfrm>
            <a:off x="4545517" y="3027068"/>
            <a:ext cx="804339" cy="534846"/>
          </a:xfrm>
          <a:prstGeom prst="ellipse">
            <a:avLst/>
          </a:prstGeom>
          <a:ln w="28575">
            <a:solidFill>
              <a:srgbClr val="C0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 sz="800" dirty="0"/>
              <a:t>讃岐</a:t>
            </a:r>
            <a:br>
              <a:rPr lang="en-US" altLang="ja-JP" sz="800" dirty="0"/>
            </a:br>
            <a:r>
              <a:rPr lang="ja-JP" altLang="en-US" sz="800" dirty="0"/>
              <a:t>兄弟社</a:t>
            </a:r>
            <a:endParaRPr kumimoji="1" lang="ja-JP" altLang="en-US" sz="800" dirty="0"/>
          </a:p>
        </p:txBody>
      </p:sp>
      <p:sp>
        <p:nvSpPr>
          <p:cNvPr id="18" name="楕円 17">
            <a:extLst>
              <a:ext uri="{FF2B5EF4-FFF2-40B4-BE49-F238E27FC236}">
                <a16:creationId xmlns:a16="http://schemas.microsoft.com/office/drawing/2014/main" id="{6526E17A-1D18-A8FF-88A4-65C7CE74BF47}"/>
              </a:ext>
            </a:extLst>
          </p:cNvPr>
          <p:cNvSpPr/>
          <p:nvPr/>
        </p:nvSpPr>
        <p:spPr>
          <a:xfrm>
            <a:off x="6917124" y="5689382"/>
            <a:ext cx="748541" cy="516049"/>
          </a:xfrm>
          <a:prstGeom prst="ellipse">
            <a:avLst/>
          </a:prstGeom>
          <a:ln w="28575">
            <a:solidFill>
              <a:srgbClr val="C0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ja-JP" altLang="en-US" sz="800" dirty="0"/>
              <a:t>井寸房</a:t>
            </a:r>
            <a:endParaRPr kumimoji="1" lang="en-US" altLang="ja-JP" sz="800" dirty="0"/>
          </a:p>
          <a:p>
            <a:pPr algn="ctr"/>
            <a:r>
              <a:rPr kumimoji="1" lang="ja-JP" altLang="en-US" sz="800" dirty="0"/>
              <a:t>夜にさやげ</a:t>
            </a:r>
          </a:p>
        </p:txBody>
      </p:sp>
    </p:spTree>
    <p:extLst>
      <p:ext uri="{BB962C8B-B14F-4D97-AF65-F5344CB8AC3E}">
        <p14:creationId xmlns:p14="http://schemas.microsoft.com/office/powerpoint/2010/main" val="1404085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3E9C916D-6620-44A8-889B-BA408B2716C0}"/>
              </a:ext>
            </a:extLst>
          </p:cNvPr>
          <p:cNvSpPr/>
          <p:nvPr/>
        </p:nvSpPr>
        <p:spPr>
          <a:xfrm rot="5400000">
            <a:off x="2749587" y="2466457"/>
            <a:ext cx="2636650" cy="64800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00"/>
            </a:pPr>
            <a:r>
              <a:rPr kumimoji="1" lang="ja-JP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ＭＳ Ｐゴシック"/>
                <a:ea typeface="ＭＳ Ｐゴシック"/>
                <a:cs typeface="ＭＳ Ｐゴシック"/>
              </a:rPr>
              <a:t>ブビンガ</a:t>
            </a:r>
            <a:endParaRPr kumimoji="1" lang="ja-JP" altLang="en-US" sz="11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ＭＳ Ｐゴシック"/>
              <a:ea typeface="ＭＳ Ｐゴシック"/>
              <a:cs typeface="ＭＳ Ｐゴシック"/>
            </a:endParaRPr>
          </a:p>
        </p:txBody>
      </p:sp>
      <p:sp>
        <p:nvSpPr>
          <p:cNvPr id="35" name="テキスト ボックス 34">
            <a:extLst>
              <a:ext uri="{FF2B5EF4-FFF2-40B4-BE49-F238E27FC236}">
                <a16:creationId xmlns:a16="http://schemas.microsoft.com/office/drawing/2014/main" id="{2F898503-50D8-472A-904B-9E6D3A9230F3}"/>
              </a:ext>
            </a:extLst>
          </p:cNvPr>
          <p:cNvSpPr txBox="1"/>
          <p:nvPr/>
        </p:nvSpPr>
        <p:spPr>
          <a:xfrm>
            <a:off x="76506" y="86160"/>
            <a:ext cx="2809569" cy="36933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游ゴシック" panose="020F0502020204030204"/>
              <a:ea typeface="游ゴシック"/>
              <a:cs typeface="+mn-cs"/>
            </a:endParaRPr>
          </a:p>
        </p:txBody>
      </p:sp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48EBB919-CAD0-41B0-8F4E-64B9F327CD9F}"/>
              </a:ext>
            </a:extLst>
          </p:cNvPr>
          <p:cNvSpPr/>
          <p:nvPr/>
        </p:nvSpPr>
        <p:spPr>
          <a:xfrm rot="18322793">
            <a:off x="7262377" y="1848767"/>
            <a:ext cx="201600" cy="479013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游ゴシック" panose="020F0502020204030204"/>
              <a:ea typeface="游ゴシック" panose="020B0400000000000000" pitchFamily="50" charset="-128"/>
              <a:cs typeface="+mn-cs"/>
            </a:endParaRPr>
          </a:p>
        </p:txBody>
      </p:sp>
      <p:sp>
        <p:nvSpPr>
          <p:cNvPr id="14" name="矢印: 右 13">
            <a:extLst>
              <a:ext uri="{FF2B5EF4-FFF2-40B4-BE49-F238E27FC236}">
                <a16:creationId xmlns:a16="http://schemas.microsoft.com/office/drawing/2014/main" id="{C3062F82-8623-D689-7473-E81B8E2B6030}"/>
              </a:ext>
            </a:extLst>
          </p:cNvPr>
          <p:cNvSpPr/>
          <p:nvPr/>
        </p:nvSpPr>
        <p:spPr>
          <a:xfrm>
            <a:off x="6698253" y="212657"/>
            <a:ext cx="3126995" cy="343401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游ゴシック" panose="020F0502020204030204"/>
              <a:ea typeface="游ゴシック" panose="020B0400000000000000" pitchFamily="50" charset="-128"/>
              <a:cs typeface="+mn-cs"/>
            </a:endParaRPr>
          </a:p>
        </p:txBody>
      </p:sp>
      <p:pic>
        <p:nvPicPr>
          <p:cNvPr id="92" name="図 91">
            <a:extLst>
              <a:ext uri="{FF2B5EF4-FFF2-40B4-BE49-F238E27FC236}">
                <a16:creationId xmlns:a16="http://schemas.microsoft.com/office/drawing/2014/main" id="{2D457486-CEC4-29D4-DCFE-16F4613131F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20639107" flipH="1">
            <a:off x="3979837" y="2209461"/>
            <a:ext cx="369160" cy="330847"/>
          </a:xfrm>
          <a:prstGeom prst="rect">
            <a:avLst/>
          </a:prstGeom>
        </p:spPr>
      </p:pic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9F18763D-D5EE-1B9E-6927-A7D8D92FD6BE}"/>
              </a:ext>
            </a:extLst>
          </p:cNvPr>
          <p:cNvSpPr/>
          <p:nvPr/>
        </p:nvSpPr>
        <p:spPr>
          <a:xfrm>
            <a:off x="8461724" y="4783572"/>
            <a:ext cx="325394" cy="559515"/>
          </a:xfrm>
          <a:prstGeom prst="rect">
            <a:avLst/>
          </a:prstGeom>
          <a:solidFill>
            <a:schemeClr val="bg2">
              <a:lumMod val="75000"/>
            </a:schemeClr>
          </a:solidFill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游ゴシック" panose="020F0502020204030204"/>
              <a:ea typeface="游ゴシック" panose="020B0400000000000000" pitchFamily="50" charset="-128"/>
              <a:cs typeface="+mn-cs"/>
            </a:endParaRPr>
          </a:p>
        </p:txBody>
      </p:sp>
      <p:sp>
        <p:nvSpPr>
          <p:cNvPr id="11" name="楕円 10">
            <a:extLst>
              <a:ext uri="{FF2B5EF4-FFF2-40B4-BE49-F238E27FC236}">
                <a16:creationId xmlns:a16="http://schemas.microsoft.com/office/drawing/2014/main" id="{C0BA7C3D-290C-4B1C-0463-8D9E07D56DAB}"/>
              </a:ext>
            </a:extLst>
          </p:cNvPr>
          <p:cNvSpPr/>
          <p:nvPr/>
        </p:nvSpPr>
        <p:spPr>
          <a:xfrm>
            <a:off x="7996734" y="2261918"/>
            <a:ext cx="385800" cy="1258678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14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游ゴシック" panose="020F0502020204030204"/>
                <a:ea typeface="游ゴシック"/>
                <a:cs typeface="+mn-cs"/>
              </a:rPr>
              <a:t>登壇</a:t>
            </a:r>
            <a:endParaRPr kumimoji="1" lang="ja-JP" altLang="en-US" sz="1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游ゴシック" panose="020F0502020204030204"/>
              <a:ea typeface="游ゴシック"/>
              <a:cs typeface="+mn-cs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E904BC6F-BC5D-B52A-8AD7-714D70D4BCD4}"/>
              </a:ext>
            </a:extLst>
          </p:cNvPr>
          <p:cNvSpPr txBox="1"/>
          <p:nvPr/>
        </p:nvSpPr>
        <p:spPr>
          <a:xfrm>
            <a:off x="8462369" y="4846799"/>
            <a:ext cx="295344" cy="43088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11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游ゴシック" panose="020F0502020204030204"/>
                <a:ea typeface="游ゴシック"/>
                <a:cs typeface="+mn-cs"/>
              </a:rPr>
              <a:t>祭</a:t>
            </a:r>
            <a:endParaRPr kumimoji="1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游ゴシック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11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游ゴシック" panose="020F0502020204030204"/>
                <a:ea typeface="游ゴシック"/>
                <a:cs typeface="+mn-cs"/>
              </a:rPr>
              <a:t>壇</a:t>
            </a:r>
            <a:endParaRPr kumimoji="1" lang="ja-JP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游ゴシック" panose="020F0502020204030204"/>
              <a:ea typeface="游ゴシック" panose="020B0400000000000000" pitchFamily="50" charset="-128"/>
              <a:cs typeface="+mn-cs"/>
            </a:endParaRPr>
          </a:p>
        </p:txBody>
      </p:sp>
      <p:sp>
        <p:nvSpPr>
          <p:cNvPr id="16" name="正方形/長方形 15">
            <a:extLst>
              <a:ext uri="{FF2B5EF4-FFF2-40B4-BE49-F238E27FC236}">
                <a16:creationId xmlns:a16="http://schemas.microsoft.com/office/drawing/2014/main" id="{F0C494CF-4E95-291C-3827-4DCBE014B641}"/>
              </a:ext>
            </a:extLst>
          </p:cNvPr>
          <p:cNvSpPr/>
          <p:nvPr/>
        </p:nvSpPr>
        <p:spPr>
          <a:xfrm rot="16200000">
            <a:off x="7653866" y="3841811"/>
            <a:ext cx="325394" cy="151398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游ゴシック" panose="020F0502020204030204"/>
              <a:ea typeface="游ゴシック" panose="020B0400000000000000" pitchFamily="50" charset="-128"/>
              <a:cs typeface="+mn-cs"/>
            </a:endParaRPr>
          </a:p>
        </p:txBody>
      </p:sp>
      <p:sp>
        <p:nvSpPr>
          <p:cNvPr id="83" name="楕円 82">
            <a:extLst>
              <a:ext uri="{FF2B5EF4-FFF2-40B4-BE49-F238E27FC236}">
                <a16:creationId xmlns:a16="http://schemas.microsoft.com/office/drawing/2014/main" id="{995AADD7-2BBB-346D-5717-9B3F5B51A0AC}"/>
              </a:ext>
            </a:extLst>
          </p:cNvPr>
          <p:cNvSpPr/>
          <p:nvPr/>
        </p:nvSpPr>
        <p:spPr>
          <a:xfrm>
            <a:off x="7730595" y="2891257"/>
            <a:ext cx="85968" cy="85968"/>
          </a:xfrm>
          <a:prstGeom prst="ellipse">
            <a:avLst/>
          </a:pr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游ゴシック" panose="020F0502020204030204"/>
              <a:ea typeface="游ゴシック" panose="020B0400000000000000" pitchFamily="50" charset="-128"/>
              <a:cs typeface="+mn-cs"/>
            </a:endParaRPr>
          </a:p>
        </p:txBody>
      </p:sp>
      <p:sp>
        <p:nvSpPr>
          <p:cNvPr id="106" name="正方形/長方形 105">
            <a:extLst>
              <a:ext uri="{FF2B5EF4-FFF2-40B4-BE49-F238E27FC236}">
                <a16:creationId xmlns:a16="http://schemas.microsoft.com/office/drawing/2014/main" id="{50545AC7-DDFA-524A-B4BF-21F3D0E18D23}"/>
              </a:ext>
            </a:extLst>
          </p:cNvPr>
          <p:cNvSpPr/>
          <p:nvPr/>
        </p:nvSpPr>
        <p:spPr>
          <a:xfrm>
            <a:off x="5601445" y="5099223"/>
            <a:ext cx="201600" cy="2016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6350">
            <a:solidFill>
              <a:sysClr val="windowText" lastClr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11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游ゴシック" panose="020F0502020204030204"/>
              <a:ea typeface="游ゴシック" panose="020B0400000000000000" pitchFamily="50" charset="-128"/>
              <a:cs typeface="+mn-cs"/>
            </a:endParaRPr>
          </a:p>
        </p:txBody>
      </p:sp>
      <p:sp>
        <p:nvSpPr>
          <p:cNvPr id="107" name="正方形/長方形 106">
            <a:extLst>
              <a:ext uri="{FF2B5EF4-FFF2-40B4-BE49-F238E27FC236}">
                <a16:creationId xmlns:a16="http://schemas.microsoft.com/office/drawing/2014/main" id="{8C77D93A-FD24-6007-EAD6-90DBFE9D75A3}"/>
              </a:ext>
            </a:extLst>
          </p:cNvPr>
          <p:cNvSpPr/>
          <p:nvPr/>
        </p:nvSpPr>
        <p:spPr>
          <a:xfrm>
            <a:off x="5359648" y="5099223"/>
            <a:ext cx="201600" cy="2016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6350">
            <a:solidFill>
              <a:sysClr val="windowText" lastClr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11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游ゴシック" panose="020F0502020204030204"/>
              <a:ea typeface="游ゴシック" panose="020B0400000000000000" pitchFamily="50" charset="-128"/>
              <a:cs typeface="+mn-cs"/>
            </a:endParaRPr>
          </a:p>
        </p:txBody>
      </p:sp>
      <p:sp>
        <p:nvSpPr>
          <p:cNvPr id="108" name="正方形/長方形 107">
            <a:extLst>
              <a:ext uri="{FF2B5EF4-FFF2-40B4-BE49-F238E27FC236}">
                <a16:creationId xmlns:a16="http://schemas.microsoft.com/office/drawing/2014/main" id="{0AA2CC93-41F6-DE22-DA61-D526E8B26CA2}"/>
              </a:ext>
            </a:extLst>
          </p:cNvPr>
          <p:cNvSpPr/>
          <p:nvPr/>
        </p:nvSpPr>
        <p:spPr>
          <a:xfrm>
            <a:off x="5117853" y="5099223"/>
            <a:ext cx="201600" cy="2016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6350">
            <a:solidFill>
              <a:sysClr val="windowText" lastClr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11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游ゴシック" panose="020F0502020204030204"/>
              <a:ea typeface="游ゴシック" panose="020B0400000000000000" pitchFamily="50" charset="-128"/>
              <a:cs typeface="+mn-cs"/>
            </a:endParaRPr>
          </a:p>
        </p:txBody>
      </p:sp>
      <p:sp>
        <p:nvSpPr>
          <p:cNvPr id="109" name="正方形/長方形 108">
            <a:extLst>
              <a:ext uri="{FF2B5EF4-FFF2-40B4-BE49-F238E27FC236}">
                <a16:creationId xmlns:a16="http://schemas.microsoft.com/office/drawing/2014/main" id="{132DE897-3310-E8A3-CE59-34A40BC08F46}"/>
              </a:ext>
            </a:extLst>
          </p:cNvPr>
          <p:cNvSpPr/>
          <p:nvPr/>
        </p:nvSpPr>
        <p:spPr>
          <a:xfrm>
            <a:off x="4876058" y="5099223"/>
            <a:ext cx="201600" cy="2016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6350">
            <a:solidFill>
              <a:sysClr val="windowText" lastClr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11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游ゴシック" panose="020F0502020204030204"/>
              <a:ea typeface="游ゴシック" panose="020B0400000000000000" pitchFamily="50" charset="-128"/>
              <a:cs typeface="+mn-cs"/>
            </a:endParaRPr>
          </a:p>
        </p:txBody>
      </p:sp>
      <p:sp>
        <p:nvSpPr>
          <p:cNvPr id="110" name="正方形/長方形 109">
            <a:extLst>
              <a:ext uri="{FF2B5EF4-FFF2-40B4-BE49-F238E27FC236}">
                <a16:creationId xmlns:a16="http://schemas.microsoft.com/office/drawing/2014/main" id="{5D7E540E-AFAA-F40F-CD30-4BA867F35F36}"/>
              </a:ext>
            </a:extLst>
          </p:cNvPr>
          <p:cNvSpPr/>
          <p:nvPr/>
        </p:nvSpPr>
        <p:spPr>
          <a:xfrm>
            <a:off x="4634263" y="5099223"/>
            <a:ext cx="201600" cy="2016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63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tIns="0" rIns="0" bIns="0" rtlCol="0" anchor="ctr" anchorCtr="1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eiryo UI" panose="020B0604030504040204" pitchFamily="50" charset="-128"/>
              <a:ea typeface="Meiryo UI" panose="020B0604030504040204" pitchFamily="50" charset="-128"/>
              <a:cs typeface="+mn-cs"/>
            </a:endParaRPr>
          </a:p>
        </p:txBody>
      </p:sp>
      <p:sp>
        <p:nvSpPr>
          <p:cNvPr id="111" name="正方形/長方形 110">
            <a:extLst>
              <a:ext uri="{FF2B5EF4-FFF2-40B4-BE49-F238E27FC236}">
                <a16:creationId xmlns:a16="http://schemas.microsoft.com/office/drawing/2014/main" id="{05362E80-F9C9-C64E-DF1E-3D816F7AC37E}"/>
              </a:ext>
            </a:extLst>
          </p:cNvPr>
          <p:cNvSpPr/>
          <p:nvPr/>
        </p:nvSpPr>
        <p:spPr>
          <a:xfrm>
            <a:off x="4392468" y="5099223"/>
            <a:ext cx="201600" cy="2016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63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tIns="0" rIns="0" bIns="0" rtlCol="0" anchor="ctr" anchorCtr="1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eiryo UI" panose="020B0604030504040204" pitchFamily="50" charset="-128"/>
              <a:ea typeface="Meiryo UI" panose="020B0604030504040204" pitchFamily="50" charset="-128"/>
              <a:cs typeface="+mn-cs"/>
            </a:endParaRPr>
          </a:p>
        </p:txBody>
      </p:sp>
      <p:sp>
        <p:nvSpPr>
          <p:cNvPr id="140" name="正方形/長方形 139">
            <a:extLst>
              <a:ext uri="{FF2B5EF4-FFF2-40B4-BE49-F238E27FC236}">
                <a16:creationId xmlns:a16="http://schemas.microsoft.com/office/drawing/2014/main" id="{F0E2F96F-8E74-46CB-7B39-7AA088862CCD}"/>
              </a:ext>
            </a:extLst>
          </p:cNvPr>
          <p:cNvSpPr/>
          <p:nvPr/>
        </p:nvSpPr>
        <p:spPr>
          <a:xfrm rot="2291995">
            <a:off x="7415217" y="1758516"/>
            <a:ext cx="201600" cy="201600"/>
          </a:xfrm>
          <a:prstGeom prst="rect">
            <a:avLst/>
          </a:prstGeom>
          <a:solidFill>
            <a:schemeClr val="bg1"/>
          </a:solidFill>
          <a:ln w="63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tIns="0" rIns="0" bIns="0" rtlCol="0" anchor="ctr" anchorCtr="1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ja-JP" altLang="en-US" sz="600" dirty="0">
                <a:solidFill>
                  <a:prstClr val="black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渋谷</a:t>
            </a:r>
            <a:endParaRPr kumimoji="1" lang="ja-JP" altLang="en-US" sz="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eiryo UI" panose="020B0604030504040204" pitchFamily="50" charset="-128"/>
              <a:ea typeface="Meiryo UI" panose="020B0604030504040204" pitchFamily="50" charset="-128"/>
              <a:cs typeface="+mn-cs"/>
            </a:endParaRPr>
          </a:p>
        </p:txBody>
      </p:sp>
      <p:graphicFrame>
        <p:nvGraphicFramePr>
          <p:cNvPr id="17" name="Table 16">
            <a:extLst>
              <a:ext uri="{FF2B5EF4-FFF2-40B4-BE49-F238E27FC236}">
                <a16:creationId xmlns:a16="http://schemas.microsoft.com/office/drawing/2014/main" id="{F36999E8-EFCB-BF97-4812-48A3D0BBABE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25543900"/>
              </p:ext>
            </p:extLst>
          </p:nvPr>
        </p:nvGraphicFramePr>
        <p:xfrm>
          <a:off x="304422" y="123380"/>
          <a:ext cx="5350395" cy="372072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5350395">
                  <a:extLst>
                    <a:ext uri="{9D8B030D-6E8A-4147-A177-3AD203B41FA5}">
                      <a16:colId xmlns:a16="http://schemas.microsoft.com/office/drawing/2014/main" val="636781040"/>
                    </a:ext>
                  </a:extLst>
                </a:gridCol>
              </a:tblGrid>
              <a:tr h="372072">
                <a:tc>
                  <a:txBody>
                    <a:bodyPr/>
                    <a:lstStyle/>
                    <a:p>
                      <a:pPr>
                        <a:lnSpc>
                          <a:spcPts val="1560"/>
                        </a:lnSpc>
                      </a:pPr>
                      <a:r>
                        <a:rPr lang="en-US" altLang="ja-JP" sz="1800" dirty="0">
                          <a:effectLst/>
                          <a:latin typeface="Meiryo UI"/>
                          <a:ea typeface="Meiryo UI"/>
                        </a:rPr>
                        <a:t>88</a:t>
                      </a:r>
                      <a:r>
                        <a:rPr lang="ja-JP" altLang="en-US" sz="1800" dirty="0">
                          <a:effectLst/>
                          <a:latin typeface="Meiryo UI"/>
                          <a:ea typeface="Meiryo UI"/>
                        </a:rPr>
                        <a:t>感門 座席（放伝式～冠界式）</a:t>
                      </a:r>
                      <a:endParaRPr lang="ja-JP" altLang="en-US" sz="1800" b="0" i="0" u="none" strike="noStrike" noProof="0" dirty="0">
                        <a:effectLst/>
                        <a:latin typeface="Meiryo UI"/>
                        <a:ea typeface="Meiryo UI"/>
                      </a:endParaRPr>
                    </a:p>
                  </a:txBody>
                  <a:tcPr marL="47625" marR="47625" marT="47625" marB="47625" anchor="ctr">
                    <a:lnL w="9525" cap="flat" cmpd="sng" algn="ctr">
                      <a:solidFill>
                        <a:srgbClr val="9577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577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577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577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26614782"/>
                  </a:ext>
                </a:extLst>
              </a:tr>
            </a:tbl>
          </a:graphicData>
        </a:graphic>
      </p:graphicFrame>
      <p:sp>
        <p:nvSpPr>
          <p:cNvPr id="10" name="四角形: 角を丸くする 89">
            <a:extLst>
              <a:ext uri="{FF2B5EF4-FFF2-40B4-BE49-F238E27FC236}">
                <a16:creationId xmlns:a16="http://schemas.microsoft.com/office/drawing/2014/main" id="{5F21E3C4-85A2-304E-B4A6-89A971524278}"/>
              </a:ext>
            </a:extLst>
          </p:cNvPr>
          <p:cNvSpPr/>
          <p:nvPr/>
        </p:nvSpPr>
        <p:spPr>
          <a:xfrm>
            <a:off x="4624000" y="5300349"/>
            <a:ext cx="1030069" cy="333195"/>
          </a:xfrm>
          <a:prstGeom prst="roundRect">
            <a:avLst/>
          </a:prstGeom>
          <a:noFill/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11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Meiryo UI"/>
                <a:ea typeface="Meiryo UI"/>
                <a:cs typeface="+mn-cs"/>
              </a:rPr>
              <a:t>カウンター</a:t>
            </a:r>
            <a:endParaRPr kumimoji="1" lang="en-US" altLang="ja-JP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 UI"/>
              <a:ea typeface="Meiryo UI"/>
              <a:cs typeface="+mn-cs"/>
            </a:endParaRPr>
          </a:p>
        </p:txBody>
      </p:sp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F1898211-C65F-6D7E-99B2-CA0D33729AE1}"/>
              </a:ext>
            </a:extLst>
          </p:cNvPr>
          <p:cNvSpPr/>
          <p:nvPr/>
        </p:nvSpPr>
        <p:spPr>
          <a:xfrm>
            <a:off x="7978132" y="5174449"/>
            <a:ext cx="404402" cy="201600"/>
          </a:xfrm>
          <a:prstGeom prst="rect">
            <a:avLst/>
          </a:prstGeom>
          <a:solidFill>
            <a:schemeClr val="bg2">
              <a:lumMod val="75000"/>
            </a:schemeClr>
          </a:solidFill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游ゴシック" panose="020F0502020204030204"/>
              <a:ea typeface="游ゴシック" panose="020B0400000000000000" pitchFamily="50" charset="-128"/>
              <a:cs typeface="+mn-cs"/>
            </a:endParaRPr>
          </a:p>
        </p:txBody>
      </p:sp>
      <p:pic>
        <p:nvPicPr>
          <p:cNvPr id="22" name="図 21">
            <a:extLst>
              <a:ext uri="{FF2B5EF4-FFF2-40B4-BE49-F238E27FC236}">
                <a16:creationId xmlns:a16="http://schemas.microsoft.com/office/drawing/2014/main" id="{D4EC7523-62EF-3B1A-B5F9-5896ABFEB55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20639107" flipH="1">
            <a:off x="3969243" y="3132852"/>
            <a:ext cx="369160" cy="330847"/>
          </a:xfrm>
          <a:prstGeom prst="rect">
            <a:avLst/>
          </a:prstGeom>
        </p:spPr>
      </p:pic>
      <p:pic>
        <p:nvPicPr>
          <p:cNvPr id="31" name="図 30">
            <a:extLst>
              <a:ext uri="{FF2B5EF4-FFF2-40B4-BE49-F238E27FC236}">
                <a16:creationId xmlns:a16="http://schemas.microsoft.com/office/drawing/2014/main" id="{419C702E-D529-6E71-6CC9-72C3B31F682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20639107" flipH="1">
            <a:off x="2564347" y="2651717"/>
            <a:ext cx="369160" cy="330847"/>
          </a:xfrm>
          <a:prstGeom prst="rect">
            <a:avLst/>
          </a:prstGeom>
        </p:spPr>
      </p:pic>
      <p:pic>
        <p:nvPicPr>
          <p:cNvPr id="32" name="図 31">
            <a:extLst>
              <a:ext uri="{FF2B5EF4-FFF2-40B4-BE49-F238E27FC236}">
                <a16:creationId xmlns:a16="http://schemas.microsoft.com/office/drawing/2014/main" id="{3B775946-CDDE-72A5-0DCD-E73FA6EB326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20639107" flipH="1">
            <a:off x="3935968" y="2663088"/>
            <a:ext cx="369160" cy="330847"/>
          </a:xfrm>
          <a:prstGeom prst="rect">
            <a:avLst/>
          </a:prstGeom>
        </p:spPr>
      </p:pic>
      <p:sp>
        <p:nvSpPr>
          <p:cNvPr id="41" name="四角形: 角を丸くする 40">
            <a:extLst>
              <a:ext uri="{FF2B5EF4-FFF2-40B4-BE49-F238E27FC236}">
                <a16:creationId xmlns:a16="http://schemas.microsoft.com/office/drawing/2014/main" id="{7EDFF0E2-59CF-AC72-A292-386D80CA4690}"/>
              </a:ext>
            </a:extLst>
          </p:cNvPr>
          <p:cNvSpPr/>
          <p:nvPr/>
        </p:nvSpPr>
        <p:spPr>
          <a:xfrm>
            <a:off x="2619375" y="1472132"/>
            <a:ext cx="266700" cy="1112680"/>
          </a:xfrm>
          <a:prstGeom prst="round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游ゴシック" panose="020F0502020204030204"/>
                <a:ea typeface="游ゴシック" panose="020B0400000000000000" pitchFamily="50" charset="-128"/>
                <a:cs typeface="+mn-cs"/>
              </a:rPr>
              <a:t>照明</a:t>
            </a:r>
          </a:p>
        </p:txBody>
      </p:sp>
      <p:sp>
        <p:nvSpPr>
          <p:cNvPr id="43" name="四角形: 角を丸くする 42">
            <a:extLst>
              <a:ext uri="{FF2B5EF4-FFF2-40B4-BE49-F238E27FC236}">
                <a16:creationId xmlns:a16="http://schemas.microsoft.com/office/drawing/2014/main" id="{39372C23-25BB-DDA2-3691-F6B1B7BE606E}"/>
              </a:ext>
            </a:extLst>
          </p:cNvPr>
          <p:cNvSpPr/>
          <p:nvPr/>
        </p:nvSpPr>
        <p:spPr>
          <a:xfrm>
            <a:off x="2601129" y="3041681"/>
            <a:ext cx="266700" cy="1112680"/>
          </a:xfrm>
          <a:prstGeom prst="round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游ゴシック" panose="020F0502020204030204"/>
                <a:ea typeface="游ゴシック" panose="020B0400000000000000" pitchFamily="50" charset="-128"/>
                <a:cs typeface="+mn-cs"/>
              </a:rPr>
              <a:t>照明</a:t>
            </a:r>
          </a:p>
        </p:txBody>
      </p:sp>
      <p:sp>
        <p:nvSpPr>
          <p:cNvPr id="48" name="正方形/長方形 47">
            <a:extLst>
              <a:ext uri="{FF2B5EF4-FFF2-40B4-BE49-F238E27FC236}">
                <a16:creationId xmlns:a16="http://schemas.microsoft.com/office/drawing/2014/main" id="{0F0BB24A-C85B-FEB3-BDFB-B1F592413530}"/>
              </a:ext>
            </a:extLst>
          </p:cNvPr>
          <p:cNvSpPr/>
          <p:nvPr/>
        </p:nvSpPr>
        <p:spPr>
          <a:xfrm rot="1577398">
            <a:off x="4128417" y="1625316"/>
            <a:ext cx="72000" cy="46800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游ゴシック" panose="020F0502020204030204"/>
              <a:ea typeface="游ゴシック" panose="020B0400000000000000" pitchFamily="50" charset="-128"/>
              <a:cs typeface="+mn-cs"/>
            </a:endParaRPr>
          </a:p>
        </p:txBody>
      </p:sp>
      <p:sp>
        <p:nvSpPr>
          <p:cNvPr id="49" name="テキスト ボックス 48">
            <a:extLst>
              <a:ext uri="{FF2B5EF4-FFF2-40B4-BE49-F238E27FC236}">
                <a16:creationId xmlns:a16="http://schemas.microsoft.com/office/drawing/2014/main" id="{C4214980-D6E0-F198-004A-6A8EE095C793}"/>
              </a:ext>
            </a:extLst>
          </p:cNvPr>
          <p:cNvSpPr txBox="1"/>
          <p:nvPr/>
        </p:nvSpPr>
        <p:spPr>
          <a:xfrm>
            <a:off x="3387696" y="1546182"/>
            <a:ext cx="748923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游ゴシック" panose="020F0502020204030204"/>
                <a:ea typeface="游ゴシック" panose="020B0400000000000000" pitchFamily="50" charset="-128"/>
                <a:cs typeface="+mn-cs"/>
              </a:rPr>
              <a:t>返し</a:t>
            </a:r>
            <a:endParaRPr kumimoji="1" lang="en-US" altLang="ja-JP" sz="11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游ゴシック" panose="020F0502020204030204"/>
              <a:ea typeface="游ゴシック" panose="020B0400000000000000" pitchFamily="50" charset="-128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游ゴシック" panose="020F0502020204030204"/>
                <a:ea typeface="游ゴシック" panose="020B0400000000000000" pitchFamily="50" charset="-128"/>
                <a:cs typeface="+mn-cs"/>
              </a:rPr>
              <a:t>モニター</a:t>
            </a:r>
          </a:p>
        </p:txBody>
      </p:sp>
      <p:grpSp>
        <p:nvGrpSpPr>
          <p:cNvPr id="84" name="グループ化 83">
            <a:extLst>
              <a:ext uri="{FF2B5EF4-FFF2-40B4-BE49-F238E27FC236}">
                <a16:creationId xmlns:a16="http://schemas.microsoft.com/office/drawing/2014/main" id="{7DA9D220-C584-D05C-9420-1DABD68E0FAC}"/>
              </a:ext>
            </a:extLst>
          </p:cNvPr>
          <p:cNvGrpSpPr/>
          <p:nvPr/>
        </p:nvGrpSpPr>
        <p:grpSpPr>
          <a:xfrm>
            <a:off x="4509952" y="1581184"/>
            <a:ext cx="252000" cy="2449653"/>
            <a:chOff x="4509952" y="1609759"/>
            <a:chExt cx="252000" cy="2449653"/>
          </a:xfrm>
        </p:grpSpPr>
        <p:sp>
          <p:nvSpPr>
            <p:cNvPr id="52" name="正方形/長方形 51">
              <a:extLst>
                <a:ext uri="{FF2B5EF4-FFF2-40B4-BE49-F238E27FC236}">
                  <a16:creationId xmlns:a16="http://schemas.microsoft.com/office/drawing/2014/main" id="{8538EAE2-428D-A594-84F4-0C0E0EA726DB}"/>
                </a:ext>
              </a:extLst>
            </p:cNvPr>
            <p:cNvSpPr/>
            <p:nvPr/>
          </p:nvSpPr>
          <p:spPr>
            <a:xfrm>
              <a:off x="4509952" y="2159173"/>
              <a:ext cx="252000" cy="252000"/>
            </a:xfrm>
            <a:prstGeom prst="rect">
              <a:avLst/>
            </a:prstGeom>
            <a:solidFill>
              <a:srgbClr val="66CCFF"/>
            </a:solidFill>
            <a:ln w="6350"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lIns="0" tIns="0" rIns="0" bIns="0" rtlCol="0" anchor="ctr" anchorCtr="1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ja-JP" altLang="en-US" sz="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Meiryo UI" panose="020B0604030504040204" pitchFamily="50" charset="-128"/>
                  <a:ea typeface="Meiryo UI" panose="020B0604030504040204" pitchFamily="50" charset="-128"/>
                  <a:cs typeface="+mn-cs"/>
                </a:rPr>
                <a:t>福田</a:t>
              </a:r>
            </a:p>
          </p:txBody>
        </p:sp>
        <p:sp>
          <p:nvSpPr>
            <p:cNvPr id="54" name="正方形/長方形 53">
              <a:extLst>
                <a:ext uri="{FF2B5EF4-FFF2-40B4-BE49-F238E27FC236}">
                  <a16:creationId xmlns:a16="http://schemas.microsoft.com/office/drawing/2014/main" id="{E8EDACDA-BA55-C68D-6D00-88581F4AE876}"/>
                </a:ext>
              </a:extLst>
            </p:cNvPr>
            <p:cNvSpPr/>
            <p:nvPr/>
          </p:nvSpPr>
          <p:spPr>
            <a:xfrm>
              <a:off x="4509952" y="2708587"/>
              <a:ext cx="252000" cy="252000"/>
            </a:xfrm>
            <a:prstGeom prst="rect">
              <a:avLst/>
            </a:prstGeom>
            <a:solidFill>
              <a:srgbClr val="66CCFF"/>
            </a:solidFill>
            <a:ln w="6350"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lIns="0" tIns="0" rIns="0" bIns="0" rtlCol="0" anchor="ctr" anchorCtr="1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ja-JP" altLang="en-US" sz="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Meiryo UI" panose="020B0604030504040204" pitchFamily="50" charset="-128"/>
                  <a:ea typeface="Meiryo UI" panose="020B0604030504040204" pitchFamily="50" charset="-128"/>
                  <a:cs typeface="+mn-cs"/>
                </a:rPr>
                <a:t>川崎</a:t>
              </a:r>
            </a:p>
          </p:txBody>
        </p:sp>
        <p:sp>
          <p:nvSpPr>
            <p:cNvPr id="55" name="正方形/長方形 54">
              <a:extLst>
                <a:ext uri="{FF2B5EF4-FFF2-40B4-BE49-F238E27FC236}">
                  <a16:creationId xmlns:a16="http://schemas.microsoft.com/office/drawing/2014/main" id="{CA9778CD-6C6F-7151-80FD-020093D01446}"/>
                </a:ext>
              </a:extLst>
            </p:cNvPr>
            <p:cNvSpPr/>
            <p:nvPr/>
          </p:nvSpPr>
          <p:spPr>
            <a:xfrm>
              <a:off x="4509952" y="2433880"/>
              <a:ext cx="252000" cy="252000"/>
            </a:xfrm>
            <a:prstGeom prst="rect">
              <a:avLst/>
            </a:prstGeom>
            <a:solidFill>
              <a:srgbClr val="66CCFF"/>
            </a:solidFill>
            <a:ln w="6350"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lIns="0" tIns="0" rIns="0" bIns="0" rtlCol="0" anchor="ctr" anchorCtr="1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ja-JP" altLang="en-US" sz="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Meiryo UI" panose="020B0604030504040204" pitchFamily="50" charset="-128"/>
                  <a:ea typeface="Meiryo UI" panose="020B0604030504040204" pitchFamily="50" charset="-128"/>
                  <a:cs typeface="+mn-cs"/>
                </a:rPr>
                <a:t>まさとし</a:t>
              </a:r>
            </a:p>
          </p:txBody>
        </p:sp>
        <p:sp>
          <p:nvSpPr>
            <p:cNvPr id="56" name="正方形/長方形 55">
              <a:extLst>
                <a:ext uri="{FF2B5EF4-FFF2-40B4-BE49-F238E27FC236}">
                  <a16:creationId xmlns:a16="http://schemas.microsoft.com/office/drawing/2014/main" id="{70EC4785-91BF-911E-D543-93667DDAD24B}"/>
                </a:ext>
              </a:extLst>
            </p:cNvPr>
            <p:cNvSpPr/>
            <p:nvPr/>
          </p:nvSpPr>
          <p:spPr>
            <a:xfrm>
              <a:off x="4509952" y="2983294"/>
              <a:ext cx="252000" cy="252000"/>
            </a:xfrm>
            <a:prstGeom prst="rect">
              <a:avLst/>
            </a:prstGeom>
            <a:solidFill>
              <a:srgbClr val="66CCFF"/>
            </a:solidFill>
            <a:ln w="6350"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lIns="0" tIns="0" rIns="0" bIns="0" rtlCol="0" anchor="ctr" anchorCtr="1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ja-JP" altLang="en-US" sz="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Meiryo UI" panose="020B0604030504040204" pitchFamily="50" charset="-128"/>
                  <a:ea typeface="Meiryo UI" panose="020B0604030504040204" pitchFamily="50" charset="-128"/>
                  <a:cs typeface="+mn-cs"/>
                </a:rPr>
                <a:t>植田</a:t>
              </a:r>
            </a:p>
          </p:txBody>
        </p:sp>
        <p:sp>
          <p:nvSpPr>
            <p:cNvPr id="57" name="正方形/長方形 56">
              <a:extLst>
                <a:ext uri="{FF2B5EF4-FFF2-40B4-BE49-F238E27FC236}">
                  <a16:creationId xmlns:a16="http://schemas.microsoft.com/office/drawing/2014/main" id="{CB368A5E-F9B6-4776-E87F-0A0852B087C6}"/>
                </a:ext>
              </a:extLst>
            </p:cNvPr>
            <p:cNvSpPr/>
            <p:nvPr/>
          </p:nvSpPr>
          <p:spPr>
            <a:xfrm>
              <a:off x="4509952" y="3258001"/>
              <a:ext cx="252000" cy="252000"/>
            </a:xfrm>
            <a:prstGeom prst="rect">
              <a:avLst/>
            </a:prstGeom>
            <a:solidFill>
              <a:srgbClr val="66CCFF"/>
            </a:solidFill>
            <a:ln w="6350"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lIns="0" tIns="0" rIns="0" bIns="0" rtlCol="0" anchor="ctr" anchorCtr="1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ja-JP" altLang="en-US" sz="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Meiryo UI" panose="020B0604030504040204" pitchFamily="50" charset="-128"/>
                  <a:ea typeface="Meiryo UI" panose="020B0604030504040204" pitchFamily="50" charset="-128"/>
                  <a:cs typeface="+mn-cs"/>
                </a:rPr>
                <a:t>戸田</a:t>
              </a:r>
              <a:endParaRPr kumimoji="1" lang="en-US" altLang="ja-JP" sz="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eiryo UI" panose="020B0604030504040204" pitchFamily="50" charset="-128"/>
                <a:ea typeface="Meiryo UI" panose="020B0604030504040204" pitchFamily="50" charset="-128"/>
                <a:cs typeface="+mn-cs"/>
              </a:endParaRPr>
            </a:p>
          </p:txBody>
        </p:sp>
        <p:sp>
          <p:nvSpPr>
            <p:cNvPr id="58" name="正方形/長方形 57">
              <a:extLst>
                <a:ext uri="{FF2B5EF4-FFF2-40B4-BE49-F238E27FC236}">
                  <a16:creationId xmlns:a16="http://schemas.microsoft.com/office/drawing/2014/main" id="{3ADD4753-52C5-39FA-64EE-24DF99FF62FD}"/>
                </a:ext>
              </a:extLst>
            </p:cNvPr>
            <p:cNvSpPr/>
            <p:nvPr/>
          </p:nvSpPr>
          <p:spPr>
            <a:xfrm>
              <a:off x="4509952" y="3532708"/>
              <a:ext cx="252000" cy="252000"/>
            </a:xfrm>
            <a:prstGeom prst="rect">
              <a:avLst/>
            </a:prstGeom>
            <a:solidFill>
              <a:srgbClr val="66CCFF"/>
            </a:solidFill>
            <a:ln w="6350"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lIns="0" tIns="0" rIns="0" bIns="0" rtlCol="0" anchor="ctr" anchorCtr="1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ja-JP" altLang="en-US" sz="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Meiryo UI" panose="020B0604030504040204" pitchFamily="50" charset="-128"/>
                  <a:ea typeface="Meiryo UI" panose="020B0604030504040204" pitchFamily="50" charset="-128"/>
                  <a:cs typeface="+mn-cs"/>
                </a:rPr>
                <a:t>白川</a:t>
              </a:r>
            </a:p>
          </p:txBody>
        </p:sp>
        <p:sp>
          <p:nvSpPr>
            <p:cNvPr id="87" name="正方形/長方形 86">
              <a:extLst>
                <a:ext uri="{FF2B5EF4-FFF2-40B4-BE49-F238E27FC236}">
                  <a16:creationId xmlns:a16="http://schemas.microsoft.com/office/drawing/2014/main" id="{1B5F272C-3D8E-5D2E-C7EE-1E346D1BD79A}"/>
                </a:ext>
              </a:extLst>
            </p:cNvPr>
            <p:cNvSpPr/>
            <p:nvPr/>
          </p:nvSpPr>
          <p:spPr>
            <a:xfrm>
              <a:off x="4509952" y="3807412"/>
              <a:ext cx="252000" cy="252000"/>
            </a:xfrm>
            <a:prstGeom prst="rect">
              <a:avLst/>
            </a:prstGeom>
            <a:solidFill>
              <a:srgbClr val="FF99FF"/>
            </a:solidFill>
            <a:ln w="6350"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lIns="0" tIns="0" rIns="0" bIns="0" rtlCol="0" anchor="ctr" anchorCtr="1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ja-JP" altLang="en-US" sz="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Meiryo UI" panose="020B0604030504040204" pitchFamily="50" charset="-128"/>
                  <a:ea typeface="Meiryo UI" panose="020B0604030504040204" pitchFamily="50" charset="-128"/>
                  <a:cs typeface="+mn-cs"/>
                </a:rPr>
                <a:t>原田</a:t>
              </a:r>
              <a:endParaRPr kumimoji="1" lang="en-US" altLang="ja-JP" sz="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eiryo UI" panose="020B0604030504040204" pitchFamily="50" charset="-128"/>
                <a:ea typeface="Meiryo UI" panose="020B0604030504040204" pitchFamily="50" charset="-128"/>
                <a:cs typeface="+mn-cs"/>
              </a:endParaRPr>
            </a:p>
          </p:txBody>
        </p:sp>
        <p:sp>
          <p:nvSpPr>
            <p:cNvPr id="50" name="正方形/長方形 49">
              <a:extLst>
                <a:ext uri="{FF2B5EF4-FFF2-40B4-BE49-F238E27FC236}">
                  <a16:creationId xmlns:a16="http://schemas.microsoft.com/office/drawing/2014/main" id="{A43DC23F-4591-4191-D6DA-D7F22F4B9736}"/>
                </a:ext>
              </a:extLst>
            </p:cNvPr>
            <p:cNvSpPr/>
            <p:nvPr/>
          </p:nvSpPr>
          <p:spPr>
            <a:xfrm>
              <a:off x="4509952" y="1884466"/>
              <a:ext cx="252000" cy="252000"/>
            </a:xfrm>
            <a:prstGeom prst="rect">
              <a:avLst/>
            </a:prstGeom>
            <a:solidFill>
              <a:srgbClr val="66CCFF"/>
            </a:solidFill>
            <a:ln w="6350"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lIns="0" tIns="0" rIns="0" bIns="0" rtlCol="0" anchor="ctr" anchorCtr="1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ja-JP" altLang="en-US" sz="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Meiryo UI" panose="020B0604030504040204" pitchFamily="50" charset="-128"/>
                  <a:ea typeface="Meiryo UI" panose="020B0604030504040204" pitchFamily="50" charset="-128"/>
                  <a:cs typeface="+mn-cs"/>
                </a:rPr>
                <a:t>北原</a:t>
              </a:r>
            </a:p>
          </p:txBody>
        </p:sp>
        <p:sp>
          <p:nvSpPr>
            <p:cNvPr id="60" name="正方形/長方形 59">
              <a:extLst>
                <a:ext uri="{FF2B5EF4-FFF2-40B4-BE49-F238E27FC236}">
                  <a16:creationId xmlns:a16="http://schemas.microsoft.com/office/drawing/2014/main" id="{79DD570C-F80F-B4BE-1A7F-83EDD539B638}"/>
                </a:ext>
              </a:extLst>
            </p:cNvPr>
            <p:cNvSpPr/>
            <p:nvPr/>
          </p:nvSpPr>
          <p:spPr>
            <a:xfrm>
              <a:off x="4509952" y="1609759"/>
              <a:ext cx="252000" cy="252000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lIns="0" tIns="0" rIns="0" bIns="0" rtlCol="0" anchor="ctr" anchorCtr="1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eiryo UI" panose="020B0604030504040204" pitchFamily="50" charset="-128"/>
                <a:ea typeface="Meiryo UI" panose="020B0604030504040204" pitchFamily="50" charset="-128"/>
                <a:cs typeface="+mn-cs"/>
              </a:endParaRPr>
            </a:p>
          </p:txBody>
        </p:sp>
      </p:grpSp>
      <p:grpSp>
        <p:nvGrpSpPr>
          <p:cNvPr id="85" name="グループ化 84">
            <a:extLst>
              <a:ext uri="{FF2B5EF4-FFF2-40B4-BE49-F238E27FC236}">
                <a16:creationId xmlns:a16="http://schemas.microsoft.com/office/drawing/2014/main" id="{3208C20D-9145-4173-71EF-DC079930E62F}"/>
              </a:ext>
            </a:extLst>
          </p:cNvPr>
          <p:cNvGrpSpPr/>
          <p:nvPr/>
        </p:nvGrpSpPr>
        <p:grpSpPr>
          <a:xfrm>
            <a:off x="4995370" y="1581184"/>
            <a:ext cx="252000" cy="2449653"/>
            <a:chOff x="4509952" y="1609759"/>
            <a:chExt cx="252000" cy="2449653"/>
          </a:xfrm>
        </p:grpSpPr>
        <p:sp>
          <p:nvSpPr>
            <p:cNvPr id="86" name="正方形/長方形 85">
              <a:extLst>
                <a:ext uri="{FF2B5EF4-FFF2-40B4-BE49-F238E27FC236}">
                  <a16:creationId xmlns:a16="http://schemas.microsoft.com/office/drawing/2014/main" id="{05EFEC36-3CBB-8C7C-A0E9-A3905BD03B69}"/>
                </a:ext>
              </a:extLst>
            </p:cNvPr>
            <p:cNvSpPr/>
            <p:nvPr/>
          </p:nvSpPr>
          <p:spPr>
            <a:xfrm>
              <a:off x="4509952" y="2159173"/>
              <a:ext cx="252000" cy="252000"/>
            </a:xfrm>
            <a:prstGeom prst="rect">
              <a:avLst/>
            </a:prstGeom>
            <a:solidFill>
              <a:srgbClr val="66CCFF"/>
            </a:solidFill>
            <a:ln w="6350"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lIns="0" tIns="0" rIns="0" bIns="0" rtlCol="0" anchor="ctr" anchorCtr="1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ja-JP" altLang="en-US" sz="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Meiryo UI" panose="020B0604030504040204" pitchFamily="50" charset="-128"/>
                  <a:ea typeface="Meiryo UI" panose="020B0604030504040204" pitchFamily="50" charset="-128"/>
                  <a:cs typeface="+mn-cs"/>
                </a:rPr>
                <a:t>吉田</a:t>
              </a:r>
            </a:p>
          </p:txBody>
        </p:sp>
        <p:sp>
          <p:nvSpPr>
            <p:cNvPr id="89" name="正方形/長方形 88">
              <a:extLst>
                <a:ext uri="{FF2B5EF4-FFF2-40B4-BE49-F238E27FC236}">
                  <a16:creationId xmlns:a16="http://schemas.microsoft.com/office/drawing/2014/main" id="{D8014C87-0440-5B64-04D2-99685008F6F0}"/>
                </a:ext>
              </a:extLst>
            </p:cNvPr>
            <p:cNvSpPr/>
            <p:nvPr/>
          </p:nvSpPr>
          <p:spPr>
            <a:xfrm>
              <a:off x="4509952" y="2708587"/>
              <a:ext cx="252000" cy="252000"/>
            </a:xfrm>
            <a:prstGeom prst="rect">
              <a:avLst/>
            </a:prstGeom>
            <a:solidFill>
              <a:srgbClr val="66CCFF"/>
            </a:solidFill>
            <a:ln w="6350"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lIns="0" tIns="0" rIns="0" bIns="0" rtlCol="0" anchor="ctr" anchorCtr="1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ja-JP" altLang="en-US" sz="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Meiryo UI" panose="020B0604030504040204" pitchFamily="50" charset="-128"/>
                  <a:ea typeface="Meiryo UI" panose="020B0604030504040204" pitchFamily="50" charset="-128"/>
                  <a:cs typeface="+mn-cs"/>
                </a:rPr>
                <a:t>得原</a:t>
              </a:r>
            </a:p>
          </p:txBody>
        </p:sp>
        <p:sp>
          <p:nvSpPr>
            <p:cNvPr id="91" name="正方形/長方形 90">
              <a:extLst>
                <a:ext uri="{FF2B5EF4-FFF2-40B4-BE49-F238E27FC236}">
                  <a16:creationId xmlns:a16="http://schemas.microsoft.com/office/drawing/2014/main" id="{EAFD2A29-A33F-3EBF-114C-AC06037C0E5C}"/>
                </a:ext>
              </a:extLst>
            </p:cNvPr>
            <p:cNvSpPr/>
            <p:nvPr/>
          </p:nvSpPr>
          <p:spPr>
            <a:xfrm>
              <a:off x="4509952" y="2433880"/>
              <a:ext cx="252000" cy="252000"/>
            </a:xfrm>
            <a:prstGeom prst="rect">
              <a:avLst/>
            </a:prstGeom>
            <a:solidFill>
              <a:srgbClr val="66CCFF"/>
            </a:solidFill>
            <a:ln w="6350"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lIns="0" tIns="0" rIns="0" bIns="0" rtlCol="0" anchor="ctr" anchorCtr="1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ja-JP" altLang="en-US" sz="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Meiryo UI" panose="020B0604030504040204" pitchFamily="50" charset="-128"/>
                  <a:ea typeface="Meiryo UI" panose="020B0604030504040204" pitchFamily="50" charset="-128"/>
                  <a:cs typeface="+mn-cs"/>
                </a:rPr>
                <a:t>中尾</a:t>
              </a:r>
            </a:p>
          </p:txBody>
        </p:sp>
        <p:sp>
          <p:nvSpPr>
            <p:cNvPr id="93" name="正方形/長方形 92">
              <a:extLst>
                <a:ext uri="{FF2B5EF4-FFF2-40B4-BE49-F238E27FC236}">
                  <a16:creationId xmlns:a16="http://schemas.microsoft.com/office/drawing/2014/main" id="{5FEEF725-A0F6-97E6-6ADD-F5A3694C642A}"/>
                </a:ext>
              </a:extLst>
            </p:cNvPr>
            <p:cNvSpPr/>
            <p:nvPr/>
          </p:nvSpPr>
          <p:spPr>
            <a:xfrm>
              <a:off x="4509952" y="2983294"/>
              <a:ext cx="252000" cy="252000"/>
            </a:xfrm>
            <a:prstGeom prst="rect">
              <a:avLst/>
            </a:prstGeom>
            <a:solidFill>
              <a:srgbClr val="FF9999"/>
            </a:solidFill>
            <a:ln w="6350"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lIns="0" tIns="0" rIns="0" bIns="0" rtlCol="0" anchor="ctr" anchorCtr="1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eiryo UI" panose="020B0604030504040204" pitchFamily="50" charset="-128"/>
                <a:ea typeface="Meiryo UI" panose="020B0604030504040204" pitchFamily="50" charset="-128"/>
                <a:cs typeface="+mn-cs"/>
              </a:endParaRPr>
            </a:p>
          </p:txBody>
        </p:sp>
        <p:sp>
          <p:nvSpPr>
            <p:cNvPr id="94" name="正方形/長方形 93">
              <a:extLst>
                <a:ext uri="{FF2B5EF4-FFF2-40B4-BE49-F238E27FC236}">
                  <a16:creationId xmlns:a16="http://schemas.microsoft.com/office/drawing/2014/main" id="{5C2D7E2C-1530-5060-2736-10638FF0B428}"/>
                </a:ext>
              </a:extLst>
            </p:cNvPr>
            <p:cNvSpPr/>
            <p:nvPr/>
          </p:nvSpPr>
          <p:spPr>
            <a:xfrm>
              <a:off x="4509952" y="3258001"/>
              <a:ext cx="252000" cy="252000"/>
            </a:xfrm>
            <a:prstGeom prst="rect">
              <a:avLst/>
            </a:prstGeom>
            <a:solidFill>
              <a:srgbClr val="FF9999"/>
            </a:solidFill>
            <a:ln w="6350"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lIns="0" tIns="0" rIns="0" bIns="0" rtlCol="0" anchor="ctr" anchorCtr="1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eiryo UI" panose="020B0604030504040204" pitchFamily="50" charset="-128"/>
                <a:ea typeface="Meiryo UI" panose="020B0604030504040204" pitchFamily="50" charset="-128"/>
                <a:cs typeface="+mn-cs"/>
              </a:endParaRPr>
            </a:p>
          </p:txBody>
        </p:sp>
        <p:sp>
          <p:nvSpPr>
            <p:cNvPr id="95" name="正方形/長方形 94">
              <a:extLst>
                <a:ext uri="{FF2B5EF4-FFF2-40B4-BE49-F238E27FC236}">
                  <a16:creationId xmlns:a16="http://schemas.microsoft.com/office/drawing/2014/main" id="{78B249E7-1A05-649A-36BE-CB3FC061BD26}"/>
                </a:ext>
              </a:extLst>
            </p:cNvPr>
            <p:cNvSpPr/>
            <p:nvPr/>
          </p:nvSpPr>
          <p:spPr>
            <a:xfrm>
              <a:off x="4509952" y="3532708"/>
              <a:ext cx="252000" cy="252000"/>
            </a:xfrm>
            <a:prstGeom prst="rect">
              <a:avLst/>
            </a:prstGeom>
            <a:solidFill>
              <a:srgbClr val="FF9999"/>
            </a:solidFill>
            <a:ln w="6350"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lIns="0" tIns="0" rIns="0" bIns="0" rtlCol="0" anchor="ctr" anchorCtr="1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eiryo UI" panose="020B0604030504040204" pitchFamily="50" charset="-128"/>
                <a:ea typeface="Meiryo UI" panose="020B0604030504040204" pitchFamily="50" charset="-128"/>
                <a:cs typeface="+mn-cs"/>
              </a:endParaRPr>
            </a:p>
          </p:txBody>
        </p:sp>
        <p:sp>
          <p:nvSpPr>
            <p:cNvPr id="98" name="正方形/長方形 97">
              <a:extLst>
                <a:ext uri="{FF2B5EF4-FFF2-40B4-BE49-F238E27FC236}">
                  <a16:creationId xmlns:a16="http://schemas.microsoft.com/office/drawing/2014/main" id="{8B2BD3DF-A1B7-C990-7A86-5F35EF76A96A}"/>
                </a:ext>
              </a:extLst>
            </p:cNvPr>
            <p:cNvSpPr/>
            <p:nvPr/>
          </p:nvSpPr>
          <p:spPr>
            <a:xfrm>
              <a:off x="4509952" y="3807412"/>
              <a:ext cx="252000" cy="252000"/>
            </a:xfrm>
            <a:prstGeom prst="rect">
              <a:avLst/>
            </a:prstGeom>
            <a:solidFill>
              <a:srgbClr val="FF9999"/>
            </a:solidFill>
            <a:ln w="6350"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lIns="0" tIns="0" rIns="0" bIns="0" rtlCol="0" anchor="ctr" anchorCtr="1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eiryo UI" panose="020B0604030504040204" pitchFamily="50" charset="-128"/>
                <a:ea typeface="Meiryo UI" panose="020B0604030504040204" pitchFamily="50" charset="-128"/>
                <a:cs typeface="+mn-cs"/>
              </a:endParaRPr>
            </a:p>
          </p:txBody>
        </p:sp>
        <p:sp>
          <p:nvSpPr>
            <p:cNvPr id="99" name="正方形/長方形 98">
              <a:extLst>
                <a:ext uri="{FF2B5EF4-FFF2-40B4-BE49-F238E27FC236}">
                  <a16:creationId xmlns:a16="http://schemas.microsoft.com/office/drawing/2014/main" id="{AF2B0E3A-752D-4FE8-0CD2-2850DE69EB3D}"/>
                </a:ext>
              </a:extLst>
            </p:cNvPr>
            <p:cNvSpPr/>
            <p:nvPr/>
          </p:nvSpPr>
          <p:spPr>
            <a:xfrm>
              <a:off x="4509952" y="1884466"/>
              <a:ext cx="252000" cy="252000"/>
            </a:xfrm>
            <a:prstGeom prst="rect">
              <a:avLst/>
            </a:prstGeom>
            <a:solidFill>
              <a:srgbClr val="66CCFF"/>
            </a:solidFill>
            <a:ln w="6350"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lIns="0" tIns="0" rIns="0" bIns="0" rtlCol="0" anchor="ctr" anchorCtr="1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ja-JP" altLang="en-US" sz="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Meiryo UI" panose="020B0604030504040204" pitchFamily="50" charset="-128"/>
                  <a:ea typeface="Meiryo UI" panose="020B0604030504040204" pitchFamily="50" charset="-128"/>
                  <a:cs typeface="+mn-cs"/>
                </a:rPr>
                <a:t>桂</a:t>
              </a:r>
            </a:p>
          </p:txBody>
        </p:sp>
        <p:sp>
          <p:nvSpPr>
            <p:cNvPr id="100" name="正方形/長方形 99">
              <a:extLst>
                <a:ext uri="{FF2B5EF4-FFF2-40B4-BE49-F238E27FC236}">
                  <a16:creationId xmlns:a16="http://schemas.microsoft.com/office/drawing/2014/main" id="{ABEC1022-889E-D756-18E4-F2DCA74A70B2}"/>
                </a:ext>
              </a:extLst>
            </p:cNvPr>
            <p:cNvSpPr/>
            <p:nvPr/>
          </p:nvSpPr>
          <p:spPr>
            <a:xfrm>
              <a:off x="4509952" y="1609759"/>
              <a:ext cx="252000" cy="252000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lIns="0" tIns="0" rIns="0" bIns="0" rtlCol="0" anchor="ctr" anchorCtr="1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eiryo UI" panose="020B0604030504040204" pitchFamily="50" charset="-128"/>
                <a:ea typeface="Meiryo UI" panose="020B0604030504040204" pitchFamily="50" charset="-128"/>
                <a:cs typeface="+mn-cs"/>
              </a:endParaRPr>
            </a:p>
          </p:txBody>
        </p:sp>
      </p:grpSp>
      <p:grpSp>
        <p:nvGrpSpPr>
          <p:cNvPr id="101" name="グループ化 100">
            <a:extLst>
              <a:ext uri="{FF2B5EF4-FFF2-40B4-BE49-F238E27FC236}">
                <a16:creationId xmlns:a16="http://schemas.microsoft.com/office/drawing/2014/main" id="{B2557672-929C-4809-5DB5-2B48E606019E}"/>
              </a:ext>
            </a:extLst>
          </p:cNvPr>
          <p:cNvGrpSpPr/>
          <p:nvPr/>
        </p:nvGrpSpPr>
        <p:grpSpPr>
          <a:xfrm>
            <a:off x="6483958" y="1581184"/>
            <a:ext cx="252000" cy="2449653"/>
            <a:chOff x="4509952" y="1609759"/>
            <a:chExt cx="252000" cy="2449653"/>
          </a:xfrm>
        </p:grpSpPr>
        <p:sp>
          <p:nvSpPr>
            <p:cNvPr id="102" name="正方形/長方形 101">
              <a:extLst>
                <a:ext uri="{FF2B5EF4-FFF2-40B4-BE49-F238E27FC236}">
                  <a16:creationId xmlns:a16="http://schemas.microsoft.com/office/drawing/2014/main" id="{69891D4B-155B-1551-5712-D34D764D8F4B}"/>
                </a:ext>
              </a:extLst>
            </p:cNvPr>
            <p:cNvSpPr/>
            <p:nvPr/>
          </p:nvSpPr>
          <p:spPr>
            <a:xfrm>
              <a:off x="4509952" y="2159173"/>
              <a:ext cx="252000" cy="252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6350"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lIns="0" tIns="0" rIns="0" bIns="0" rtlCol="0" anchor="ctr" anchorCtr="1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ja-JP" altLang="en-US" sz="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Meiryo UI" panose="020B0604030504040204" pitchFamily="50" charset="-128"/>
                  <a:ea typeface="Meiryo UI" panose="020B0604030504040204" pitchFamily="50" charset="-128"/>
                  <a:cs typeface="+mn-cs"/>
                </a:rPr>
                <a:t>林</a:t>
              </a:r>
            </a:p>
          </p:txBody>
        </p:sp>
        <p:sp>
          <p:nvSpPr>
            <p:cNvPr id="104" name="正方形/長方形 103">
              <a:extLst>
                <a:ext uri="{FF2B5EF4-FFF2-40B4-BE49-F238E27FC236}">
                  <a16:creationId xmlns:a16="http://schemas.microsoft.com/office/drawing/2014/main" id="{D510547A-F8C6-8A82-8E18-3F92932E8D33}"/>
                </a:ext>
              </a:extLst>
            </p:cNvPr>
            <p:cNvSpPr/>
            <p:nvPr/>
          </p:nvSpPr>
          <p:spPr>
            <a:xfrm>
              <a:off x="4509952" y="2708587"/>
              <a:ext cx="252000" cy="252000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lIns="0" tIns="0" rIns="0" bIns="0" rtlCol="0" anchor="ctr" anchorCtr="1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ja-JP" altLang="en-US" sz="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Meiryo UI" panose="020B0604030504040204" pitchFamily="50" charset="-128"/>
                  <a:ea typeface="Meiryo UI" panose="020B0604030504040204" pitchFamily="50" charset="-128"/>
                  <a:cs typeface="+mn-cs"/>
                </a:rPr>
                <a:t>裕美</a:t>
              </a:r>
            </a:p>
          </p:txBody>
        </p:sp>
        <p:sp>
          <p:nvSpPr>
            <p:cNvPr id="105" name="正方形/長方形 104">
              <a:extLst>
                <a:ext uri="{FF2B5EF4-FFF2-40B4-BE49-F238E27FC236}">
                  <a16:creationId xmlns:a16="http://schemas.microsoft.com/office/drawing/2014/main" id="{151FC4AB-2546-6BF1-BCE4-FED7EFAAC174}"/>
                </a:ext>
              </a:extLst>
            </p:cNvPr>
            <p:cNvSpPr/>
            <p:nvPr/>
          </p:nvSpPr>
          <p:spPr>
            <a:xfrm>
              <a:off x="4509952" y="2433880"/>
              <a:ext cx="252000" cy="252000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lIns="0" tIns="0" rIns="0" bIns="0" rtlCol="0" anchor="ctr" anchorCtr="1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ja-JP" altLang="en-US" sz="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Meiryo UI" panose="020B0604030504040204" pitchFamily="50" charset="-128"/>
                  <a:ea typeface="Meiryo UI" panose="020B0604030504040204" pitchFamily="50" charset="-128"/>
                  <a:cs typeface="+mn-cs"/>
                </a:rPr>
                <a:t>高田</a:t>
              </a:r>
            </a:p>
          </p:txBody>
        </p:sp>
        <p:sp>
          <p:nvSpPr>
            <p:cNvPr id="113" name="正方形/長方形 112">
              <a:extLst>
                <a:ext uri="{FF2B5EF4-FFF2-40B4-BE49-F238E27FC236}">
                  <a16:creationId xmlns:a16="http://schemas.microsoft.com/office/drawing/2014/main" id="{B1C55A0C-5A6C-8C84-1073-F5644B84A21E}"/>
                </a:ext>
              </a:extLst>
            </p:cNvPr>
            <p:cNvSpPr/>
            <p:nvPr/>
          </p:nvSpPr>
          <p:spPr>
            <a:xfrm>
              <a:off x="4509952" y="2983294"/>
              <a:ext cx="252000" cy="252000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lIns="0" tIns="0" rIns="0" bIns="0" rtlCol="0" anchor="ctr" anchorCtr="1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ja-JP" altLang="en-US" sz="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Meiryo UI" panose="020B0604030504040204" pitchFamily="50" charset="-128"/>
                  <a:ea typeface="Meiryo UI" panose="020B0604030504040204" pitchFamily="50" charset="-128"/>
                  <a:cs typeface="+mn-cs"/>
                </a:rPr>
                <a:t>齋藤</a:t>
              </a:r>
            </a:p>
          </p:txBody>
        </p:sp>
        <p:sp>
          <p:nvSpPr>
            <p:cNvPr id="114" name="正方形/長方形 113">
              <a:extLst>
                <a:ext uri="{FF2B5EF4-FFF2-40B4-BE49-F238E27FC236}">
                  <a16:creationId xmlns:a16="http://schemas.microsoft.com/office/drawing/2014/main" id="{18ECBFF7-F677-9C46-FC24-1F603229E42F}"/>
                </a:ext>
              </a:extLst>
            </p:cNvPr>
            <p:cNvSpPr/>
            <p:nvPr/>
          </p:nvSpPr>
          <p:spPr>
            <a:xfrm>
              <a:off x="4509952" y="3258001"/>
              <a:ext cx="252000" cy="252000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lIns="0" tIns="0" rIns="0" bIns="0" rtlCol="0" anchor="ctr" anchorCtr="1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ja-JP" altLang="en-US" sz="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Meiryo UI" panose="020B0604030504040204" pitchFamily="50" charset="-128"/>
                  <a:ea typeface="Meiryo UI" panose="020B0604030504040204" pitchFamily="50" charset="-128"/>
                  <a:cs typeface="+mn-cs"/>
                </a:rPr>
                <a:t>村井</a:t>
              </a:r>
            </a:p>
          </p:txBody>
        </p:sp>
        <p:sp>
          <p:nvSpPr>
            <p:cNvPr id="115" name="正方形/長方形 114">
              <a:extLst>
                <a:ext uri="{FF2B5EF4-FFF2-40B4-BE49-F238E27FC236}">
                  <a16:creationId xmlns:a16="http://schemas.microsoft.com/office/drawing/2014/main" id="{D4677125-1191-7B2D-17AC-497CE34CD898}"/>
                </a:ext>
              </a:extLst>
            </p:cNvPr>
            <p:cNvSpPr/>
            <p:nvPr/>
          </p:nvSpPr>
          <p:spPr>
            <a:xfrm>
              <a:off x="4509952" y="3532708"/>
              <a:ext cx="252000" cy="252000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lIns="0" tIns="0" rIns="0" bIns="0" rtlCol="0" anchor="ctr" anchorCtr="1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ja-JP" altLang="en-US" sz="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Meiryo UI" panose="020B0604030504040204" pitchFamily="50" charset="-128"/>
                  <a:ea typeface="Meiryo UI" panose="020B0604030504040204" pitchFamily="50" charset="-128"/>
                  <a:cs typeface="+mn-cs"/>
                </a:rPr>
                <a:t>山崎</a:t>
              </a:r>
            </a:p>
          </p:txBody>
        </p:sp>
        <p:sp>
          <p:nvSpPr>
            <p:cNvPr id="116" name="正方形/長方形 115">
              <a:extLst>
                <a:ext uri="{FF2B5EF4-FFF2-40B4-BE49-F238E27FC236}">
                  <a16:creationId xmlns:a16="http://schemas.microsoft.com/office/drawing/2014/main" id="{A078B67F-EF6B-2245-B104-688E6DDBAC7B}"/>
                </a:ext>
              </a:extLst>
            </p:cNvPr>
            <p:cNvSpPr/>
            <p:nvPr/>
          </p:nvSpPr>
          <p:spPr>
            <a:xfrm>
              <a:off x="4509952" y="3807412"/>
              <a:ext cx="252000" cy="252000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lIns="0" tIns="0" rIns="0" bIns="0" rtlCol="0" anchor="ctr" anchorCtr="1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ja-JP" altLang="en-US" sz="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Meiryo UI" panose="020B0604030504040204" pitchFamily="50" charset="-128"/>
                  <a:ea typeface="Meiryo UI" panose="020B0604030504040204" pitchFamily="50" charset="-128"/>
                  <a:cs typeface="+mn-cs"/>
                </a:rPr>
                <a:t>角山</a:t>
              </a:r>
            </a:p>
          </p:txBody>
        </p:sp>
        <p:sp>
          <p:nvSpPr>
            <p:cNvPr id="128" name="正方形/長方形 127">
              <a:extLst>
                <a:ext uri="{FF2B5EF4-FFF2-40B4-BE49-F238E27FC236}">
                  <a16:creationId xmlns:a16="http://schemas.microsoft.com/office/drawing/2014/main" id="{FDE2E38D-C1E2-67DE-86C7-4449361E9AF4}"/>
                </a:ext>
              </a:extLst>
            </p:cNvPr>
            <p:cNvSpPr/>
            <p:nvPr/>
          </p:nvSpPr>
          <p:spPr>
            <a:xfrm>
              <a:off x="4509952" y="1884466"/>
              <a:ext cx="252000" cy="252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6350"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lIns="0" tIns="0" rIns="0" bIns="0" rtlCol="0" anchor="ctr" anchorCtr="1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ja-JP" altLang="en-US" sz="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Meiryo UI" panose="020B0604030504040204" pitchFamily="50" charset="-128"/>
                  <a:ea typeface="Meiryo UI" panose="020B0604030504040204" pitchFamily="50" charset="-128"/>
                  <a:cs typeface="+mn-cs"/>
                </a:rPr>
                <a:t>平野</a:t>
              </a:r>
            </a:p>
          </p:txBody>
        </p:sp>
        <p:sp>
          <p:nvSpPr>
            <p:cNvPr id="129" name="正方形/長方形 128">
              <a:extLst>
                <a:ext uri="{FF2B5EF4-FFF2-40B4-BE49-F238E27FC236}">
                  <a16:creationId xmlns:a16="http://schemas.microsoft.com/office/drawing/2014/main" id="{8C593C98-BED0-4A86-3E22-CEF5C8E891FA}"/>
                </a:ext>
              </a:extLst>
            </p:cNvPr>
            <p:cNvSpPr/>
            <p:nvPr/>
          </p:nvSpPr>
          <p:spPr>
            <a:xfrm>
              <a:off x="4509952" y="1609759"/>
              <a:ext cx="252000" cy="252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6350"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lIns="0" tIns="0" rIns="0" bIns="0" rtlCol="0" anchor="ctr" anchorCtr="1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ja-JP" altLang="en-US" sz="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Meiryo UI" panose="020B0604030504040204" pitchFamily="50" charset="-128"/>
                  <a:ea typeface="Meiryo UI" panose="020B0604030504040204" pitchFamily="50" charset="-128"/>
                  <a:cs typeface="+mn-cs"/>
                </a:rPr>
                <a:t>麻人</a:t>
              </a:r>
            </a:p>
          </p:txBody>
        </p:sp>
      </p:grpSp>
      <p:grpSp>
        <p:nvGrpSpPr>
          <p:cNvPr id="145" name="グループ化 144">
            <a:extLst>
              <a:ext uri="{FF2B5EF4-FFF2-40B4-BE49-F238E27FC236}">
                <a16:creationId xmlns:a16="http://schemas.microsoft.com/office/drawing/2014/main" id="{CA5D29F1-3BD9-EB66-A9AF-776481A17060}"/>
              </a:ext>
            </a:extLst>
          </p:cNvPr>
          <p:cNvGrpSpPr/>
          <p:nvPr/>
        </p:nvGrpSpPr>
        <p:grpSpPr>
          <a:xfrm>
            <a:off x="5489944" y="1600732"/>
            <a:ext cx="252000" cy="2449653"/>
            <a:chOff x="4509952" y="1609759"/>
            <a:chExt cx="252000" cy="2449653"/>
          </a:xfrm>
          <a:solidFill>
            <a:srgbClr val="FF9999"/>
          </a:solidFill>
        </p:grpSpPr>
        <p:sp>
          <p:nvSpPr>
            <p:cNvPr id="146" name="正方形/長方形 145">
              <a:extLst>
                <a:ext uri="{FF2B5EF4-FFF2-40B4-BE49-F238E27FC236}">
                  <a16:creationId xmlns:a16="http://schemas.microsoft.com/office/drawing/2014/main" id="{97468E01-66A3-888B-A34F-955E6A57084B}"/>
                </a:ext>
              </a:extLst>
            </p:cNvPr>
            <p:cNvSpPr/>
            <p:nvPr/>
          </p:nvSpPr>
          <p:spPr>
            <a:xfrm>
              <a:off x="4509952" y="2159173"/>
              <a:ext cx="252000" cy="252000"/>
            </a:xfrm>
            <a:prstGeom prst="rect">
              <a:avLst/>
            </a:prstGeom>
            <a:grpFill/>
            <a:ln w="6350"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lIns="0" tIns="0" rIns="0" bIns="0" rtlCol="0" anchor="ctr" anchorCtr="1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eiryo UI" panose="020B0604030504040204" pitchFamily="50" charset="-128"/>
                <a:ea typeface="Meiryo UI" panose="020B0604030504040204" pitchFamily="50" charset="-128"/>
                <a:cs typeface="+mn-cs"/>
              </a:endParaRPr>
            </a:p>
          </p:txBody>
        </p:sp>
        <p:sp>
          <p:nvSpPr>
            <p:cNvPr id="147" name="正方形/長方形 146">
              <a:extLst>
                <a:ext uri="{FF2B5EF4-FFF2-40B4-BE49-F238E27FC236}">
                  <a16:creationId xmlns:a16="http://schemas.microsoft.com/office/drawing/2014/main" id="{F045422F-DEB0-2828-AC97-600B92FA159C}"/>
                </a:ext>
              </a:extLst>
            </p:cNvPr>
            <p:cNvSpPr/>
            <p:nvPr/>
          </p:nvSpPr>
          <p:spPr>
            <a:xfrm>
              <a:off x="4509952" y="2708587"/>
              <a:ext cx="252000" cy="252000"/>
            </a:xfrm>
            <a:prstGeom prst="rect">
              <a:avLst/>
            </a:prstGeom>
            <a:grpFill/>
            <a:ln w="6350"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lIns="0" tIns="0" rIns="0" bIns="0" rtlCol="0" anchor="ctr" anchorCtr="1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eiryo UI" panose="020B0604030504040204" pitchFamily="50" charset="-128"/>
                <a:ea typeface="Meiryo UI" panose="020B0604030504040204" pitchFamily="50" charset="-128"/>
                <a:cs typeface="+mn-cs"/>
              </a:endParaRPr>
            </a:p>
          </p:txBody>
        </p:sp>
        <p:sp>
          <p:nvSpPr>
            <p:cNvPr id="148" name="正方形/長方形 147">
              <a:extLst>
                <a:ext uri="{FF2B5EF4-FFF2-40B4-BE49-F238E27FC236}">
                  <a16:creationId xmlns:a16="http://schemas.microsoft.com/office/drawing/2014/main" id="{D010351A-B410-EF1C-2409-63F42E781CEC}"/>
                </a:ext>
              </a:extLst>
            </p:cNvPr>
            <p:cNvSpPr/>
            <p:nvPr/>
          </p:nvSpPr>
          <p:spPr>
            <a:xfrm>
              <a:off x="4509952" y="2433880"/>
              <a:ext cx="252000" cy="252000"/>
            </a:xfrm>
            <a:prstGeom prst="rect">
              <a:avLst/>
            </a:prstGeom>
            <a:grpFill/>
            <a:ln w="6350"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lIns="0" tIns="0" rIns="0" bIns="0" rtlCol="0" anchor="ctr" anchorCtr="1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eiryo UI" panose="020B0604030504040204" pitchFamily="50" charset="-128"/>
                <a:ea typeface="Meiryo UI" panose="020B0604030504040204" pitchFamily="50" charset="-128"/>
                <a:cs typeface="+mn-cs"/>
              </a:endParaRPr>
            </a:p>
          </p:txBody>
        </p:sp>
        <p:sp>
          <p:nvSpPr>
            <p:cNvPr id="149" name="正方形/長方形 148">
              <a:extLst>
                <a:ext uri="{FF2B5EF4-FFF2-40B4-BE49-F238E27FC236}">
                  <a16:creationId xmlns:a16="http://schemas.microsoft.com/office/drawing/2014/main" id="{B78E7AB5-7CE6-2D44-BE69-369DF9DFCBE7}"/>
                </a:ext>
              </a:extLst>
            </p:cNvPr>
            <p:cNvSpPr/>
            <p:nvPr/>
          </p:nvSpPr>
          <p:spPr>
            <a:xfrm>
              <a:off x="4509952" y="2983294"/>
              <a:ext cx="252000" cy="252000"/>
            </a:xfrm>
            <a:prstGeom prst="rect">
              <a:avLst/>
            </a:prstGeom>
            <a:grpFill/>
            <a:ln w="6350"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lIns="0" tIns="0" rIns="0" bIns="0" rtlCol="0" anchor="ctr" anchorCtr="1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eiryo UI" panose="020B0604030504040204" pitchFamily="50" charset="-128"/>
                <a:ea typeface="Meiryo UI" panose="020B0604030504040204" pitchFamily="50" charset="-128"/>
                <a:cs typeface="+mn-cs"/>
              </a:endParaRPr>
            </a:p>
          </p:txBody>
        </p:sp>
        <p:sp>
          <p:nvSpPr>
            <p:cNvPr id="150" name="正方形/長方形 149">
              <a:extLst>
                <a:ext uri="{FF2B5EF4-FFF2-40B4-BE49-F238E27FC236}">
                  <a16:creationId xmlns:a16="http://schemas.microsoft.com/office/drawing/2014/main" id="{9EC0EF44-2A89-AFCA-D40C-4652D386877E}"/>
                </a:ext>
              </a:extLst>
            </p:cNvPr>
            <p:cNvSpPr/>
            <p:nvPr/>
          </p:nvSpPr>
          <p:spPr>
            <a:xfrm>
              <a:off x="4509952" y="3258001"/>
              <a:ext cx="252000" cy="252000"/>
            </a:xfrm>
            <a:prstGeom prst="rect">
              <a:avLst/>
            </a:prstGeom>
            <a:grpFill/>
            <a:ln w="6350"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lIns="0" tIns="0" rIns="0" bIns="0" rtlCol="0" anchor="ctr" anchorCtr="1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eiryo UI" panose="020B0604030504040204" pitchFamily="50" charset="-128"/>
                <a:ea typeface="Meiryo UI" panose="020B0604030504040204" pitchFamily="50" charset="-128"/>
                <a:cs typeface="+mn-cs"/>
              </a:endParaRPr>
            </a:p>
          </p:txBody>
        </p:sp>
        <p:sp>
          <p:nvSpPr>
            <p:cNvPr id="151" name="正方形/長方形 150">
              <a:extLst>
                <a:ext uri="{FF2B5EF4-FFF2-40B4-BE49-F238E27FC236}">
                  <a16:creationId xmlns:a16="http://schemas.microsoft.com/office/drawing/2014/main" id="{873F2349-30A0-81A3-C334-32FBDA1426BE}"/>
                </a:ext>
              </a:extLst>
            </p:cNvPr>
            <p:cNvSpPr/>
            <p:nvPr/>
          </p:nvSpPr>
          <p:spPr>
            <a:xfrm>
              <a:off x="4509952" y="3532708"/>
              <a:ext cx="252000" cy="252000"/>
            </a:xfrm>
            <a:prstGeom prst="rect">
              <a:avLst/>
            </a:prstGeom>
            <a:grpFill/>
            <a:ln w="6350"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lIns="0" tIns="0" rIns="0" bIns="0" rtlCol="0" anchor="ctr" anchorCtr="1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eiryo UI" panose="020B0604030504040204" pitchFamily="50" charset="-128"/>
                <a:ea typeface="Meiryo UI" panose="020B0604030504040204" pitchFamily="50" charset="-128"/>
                <a:cs typeface="+mn-cs"/>
              </a:endParaRPr>
            </a:p>
          </p:txBody>
        </p:sp>
        <p:sp>
          <p:nvSpPr>
            <p:cNvPr id="152" name="正方形/長方形 151">
              <a:extLst>
                <a:ext uri="{FF2B5EF4-FFF2-40B4-BE49-F238E27FC236}">
                  <a16:creationId xmlns:a16="http://schemas.microsoft.com/office/drawing/2014/main" id="{89282EA3-E428-E13E-39B6-35F5D0588BA0}"/>
                </a:ext>
              </a:extLst>
            </p:cNvPr>
            <p:cNvSpPr/>
            <p:nvPr/>
          </p:nvSpPr>
          <p:spPr>
            <a:xfrm>
              <a:off x="4509952" y="3807412"/>
              <a:ext cx="252000" cy="252000"/>
            </a:xfrm>
            <a:prstGeom prst="rect">
              <a:avLst/>
            </a:prstGeom>
            <a:grpFill/>
            <a:ln w="6350"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lIns="0" tIns="0" rIns="0" bIns="0" rtlCol="0" anchor="ctr" anchorCtr="1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eiryo UI" panose="020B0604030504040204" pitchFamily="50" charset="-128"/>
                <a:ea typeface="Meiryo UI" panose="020B0604030504040204" pitchFamily="50" charset="-128"/>
                <a:cs typeface="+mn-cs"/>
              </a:endParaRPr>
            </a:p>
          </p:txBody>
        </p:sp>
        <p:sp>
          <p:nvSpPr>
            <p:cNvPr id="153" name="正方形/長方形 152">
              <a:extLst>
                <a:ext uri="{FF2B5EF4-FFF2-40B4-BE49-F238E27FC236}">
                  <a16:creationId xmlns:a16="http://schemas.microsoft.com/office/drawing/2014/main" id="{E651BF19-33BD-88FE-E3F0-5370BB8C5A3D}"/>
                </a:ext>
              </a:extLst>
            </p:cNvPr>
            <p:cNvSpPr/>
            <p:nvPr/>
          </p:nvSpPr>
          <p:spPr>
            <a:xfrm>
              <a:off x="4509952" y="1884466"/>
              <a:ext cx="252000" cy="252000"/>
            </a:xfrm>
            <a:prstGeom prst="rect">
              <a:avLst/>
            </a:prstGeom>
            <a:grpFill/>
            <a:ln w="6350"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lIns="0" tIns="0" rIns="0" bIns="0" rtlCol="0" anchor="ctr" anchorCtr="1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eiryo UI" panose="020B0604030504040204" pitchFamily="50" charset="-128"/>
                <a:ea typeface="Meiryo UI" panose="020B0604030504040204" pitchFamily="50" charset="-128"/>
                <a:cs typeface="+mn-cs"/>
              </a:endParaRPr>
            </a:p>
          </p:txBody>
        </p:sp>
        <p:sp>
          <p:nvSpPr>
            <p:cNvPr id="154" name="正方形/長方形 153">
              <a:extLst>
                <a:ext uri="{FF2B5EF4-FFF2-40B4-BE49-F238E27FC236}">
                  <a16:creationId xmlns:a16="http://schemas.microsoft.com/office/drawing/2014/main" id="{0EF693BE-C597-A4D0-B55B-0EDFA03E90D6}"/>
                </a:ext>
              </a:extLst>
            </p:cNvPr>
            <p:cNvSpPr/>
            <p:nvPr/>
          </p:nvSpPr>
          <p:spPr>
            <a:xfrm>
              <a:off x="4509952" y="1609759"/>
              <a:ext cx="252000" cy="252000"/>
            </a:xfrm>
            <a:prstGeom prst="rect">
              <a:avLst/>
            </a:prstGeom>
            <a:grpFill/>
            <a:ln w="6350"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lIns="0" tIns="0" rIns="0" bIns="0" rtlCol="0" anchor="ctr" anchorCtr="1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eiryo UI" panose="020B0604030504040204" pitchFamily="50" charset="-128"/>
                <a:ea typeface="Meiryo UI" panose="020B0604030504040204" pitchFamily="50" charset="-128"/>
                <a:cs typeface="+mn-cs"/>
              </a:endParaRPr>
            </a:p>
          </p:txBody>
        </p:sp>
      </p:grpSp>
      <p:grpSp>
        <p:nvGrpSpPr>
          <p:cNvPr id="155" name="グループ化 154">
            <a:extLst>
              <a:ext uri="{FF2B5EF4-FFF2-40B4-BE49-F238E27FC236}">
                <a16:creationId xmlns:a16="http://schemas.microsoft.com/office/drawing/2014/main" id="{609EC36D-FED2-4DFA-6442-DFF2B76E789B}"/>
              </a:ext>
            </a:extLst>
          </p:cNvPr>
          <p:cNvGrpSpPr/>
          <p:nvPr/>
        </p:nvGrpSpPr>
        <p:grpSpPr>
          <a:xfrm>
            <a:off x="7019688" y="2405305"/>
            <a:ext cx="252000" cy="1625532"/>
            <a:chOff x="4509952" y="2433880"/>
            <a:chExt cx="252000" cy="1625532"/>
          </a:xfrm>
        </p:grpSpPr>
        <p:sp>
          <p:nvSpPr>
            <p:cNvPr id="157" name="正方形/長方形 156">
              <a:extLst>
                <a:ext uri="{FF2B5EF4-FFF2-40B4-BE49-F238E27FC236}">
                  <a16:creationId xmlns:a16="http://schemas.microsoft.com/office/drawing/2014/main" id="{5FC9703D-97AC-F29D-3E2B-1DDF66EBFD37}"/>
                </a:ext>
              </a:extLst>
            </p:cNvPr>
            <p:cNvSpPr/>
            <p:nvPr/>
          </p:nvSpPr>
          <p:spPr>
            <a:xfrm>
              <a:off x="4509952" y="2708587"/>
              <a:ext cx="252000" cy="252000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lIns="0" tIns="0" rIns="0" bIns="0" rtlCol="0" anchor="ctr" anchorCtr="1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ja-JP" altLang="en-US" sz="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Meiryo UI" panose="020B0604030504040204" pitchFamily="50" charset="-128"/>
                  <a:ea typeface="Meiryo UI" panose="020B0604030504040204" pitchFamily="50" charset="-128"/>
                  <a:cs typeface="+mn-cs"/>
                </a:rPr>
                <a:t>古谷</a:t>
              </a:r>
            </a:p>
          </p:txBody>
        </p:sp>
        <p:sp>
          <p:nvSpPr>
            <p:cNvPr id="158" name="正方形/長方形 157">
              <a:extLst>
                <a:ext uri="{FF2B5EF4-FFF2-40B4-BE49-F238E27FC236}">
                  <a16:creationId xmlns:a16="http://schemas.microsoft.com/office/drawing/2014/main" id="{36FD4F2F-B05A-FAB2-76B4-83BD037E8B7C}"/>
                </a:ext>
              </a:extLst>
            </p:cNvPr>
            <p:cNvSpPr/>
            <p:nvPr/>
          </p:nvSpPr>
          <p:spPr>
            <a:xfrm>
              <a:off x="4509952" y="2433880"/>
              <a:ext cx="252000" cy="252000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lIns="0" tIns="0" rIns="0" bIns="0" rtlCol="0" anchor="ctr" anchorCtr="1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ja-JP" altLang="en-US" sz="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Meiryo UI" panose="020B0604030504040204" pitchFamily="50" charset="-128"/>
                  <a:ea typeface="Meiryo UI" panose="020B0604030504040204" pitchFamily="50" charset="-128"/>
                  <a:cs typeface="+mn-cs"/>
                </a:rPr>
                <a:t>岩野</a:t>
              </a:r>
            </a:p>
          </p:txBody>
        </p:sp>
        <p:sp>
          <p:nvSpPr>
            <p:cNvPr id="159" name="正方形/長方形 158">
              <a:extLst>
                <a:ext uri="{FF2B5EF4-FFF2-40B4-BE49-F238E27FC236}">
                  <a16:creationId xmlns:a16="http://schemas.microsoft.com/office/drawing/2014/main" id="{2892F7DB-6967-51BC-E117-C5EC02A6F94D}"/>
                </a:ext>
              </a:extLst>
            </p:cNvPr>
            <p:cNvSpPr/>
            <p:nvPr/>
          </p:nvSpPr>
          <p:spPr>
            <a:xfrm>
              <a:off x="4509952" y="2983294"/>
              <a:ext cx="252000" cy="252000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lIns="0" tIns="0" rIns="0" bIns="0" rtlCol="0" anchor="ctr" anchorCtr="1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ja-JP" altLang="en-US" sz="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Meiryo UI" panose="020B0604030504040204" pitchFamily="50" charset="-128"/>
                  <a:ea typeface="Meiryo UI" panose="020B0604030504040204" pitchFamily="50" charset="-128"/>
                  <a:cs typeface="+mn-cs"/>
                </a:rPr>
                <a:t>森本</a:t>
              </a:r>
            </a:p>
          </p:txBody>
        </p:sp>
        <p:sp>
          <p:nvSpPr>
            <p:cNvPr id="160" name="正方形/長方形 159">
              <a:extLst>
                <a:ext uri="{FF2B5EF4-FFF2-40B4-BE49-F238E27FC236}">
                  <a16:creationId xmlns:a16="http://schemas.microsoft.com/office/drawing/2014/main" id="{3B242655-2033-A2F3-6CC9-CED09D8D3691}"/>
                </a:ext>
              </a:extLst>
            </p:cNvPr>
            <p:cNvSpPr/>
            <p:nvPr/>
          </p:nvSpPr>
          <p:spPr>
            <a:xfrm>
              <a:off x="4509952" y="3258001"/>
              <a:ext cx="252000" cy="252000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lIns="0" tIns="0" rIns="0" bIns="0" rtlCol="0" anchor="ctr" anchorCtr="1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ja-JP" altLang="en-US" sz="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Meiryo UI" panose="020B0604030504040204" pitchFamily="50" charset="-128"/>
                  <a:ea typeface="Meiryo UI" panose="020B0604030504040204" pitchFamily="50" charset="-128"/>
                  <a:cs typeface="+mn-cs"/>
                </a:rPr>
                <a:t>吉井</a:t>
              </a:r>
            </a:p>
          </p:txBody>
        </p:sp>
        <p:sp>
          <p:nvSpPr>
            <p:cNvPr id="161" name="正方形/長方形 160">
              <a:extLst>
                <a:ext uri="{FF2B5EF4-FFF2-40B4-BE49-F238E27FC236}">
                  <a16:creationId xmlns:a16="http://schemas.microsoft.com/office/drawing/2014/main" id="{2C8AE81D-B135-C487-1C72-F2056168001D}"/>
                </a:ext>
              </a:extLst>
            </p:cNvPr>
            <p:cNvSpPr/>
            <p:nvPr/>
          </p:nvSpPr>
          <p:spPr>
            <a:xfrm>
              <a:off x="4509952" y="3532708"/>
              <a:ext cx="252000" cy="252000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lIns="0" tIns="0" rIns="0" bIns="0" rtlCol="0" anchor="ctr" anchorCtr="1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ja-JP" altLang="en-US" sz="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Meiryo UI" panose="020B0604030504040204" pitchFamily="50" charset="-128"/>
                  <a:ea typeface="Meiryo UI" panose="020B0604030504040204" pitchFamily="50" charset="-128"/>
                  <a:cs typeface="+mn-cs"/>
                </a:rPr>
                <a:t>森川</a:t>
              </a:r>
            </a:p>
          </p:txBody>
        </p:sp>
        <p:sp>
          <p:nvSpPr>
            <p:cNvPr id="162" name="正方形/長方形 161">
              <a:extLst>
                <a:ext uri="{FF2B5EF4-FFF2-40B4-BE49-F238E27FC236}">
                  <a16:creationId xmlns:a16="http://schemas.microsoft.com/office/drawing/2014/main" id="{E2C79FB7-ABDE-7EC4-F044-81137E459CDE}"/>
                </a:ext>
              </a:extLst>
            </p:cNvPr>
            <p:cNvSpPr/>
            <p:nvPr/>
          </p:nvSpPr>
          <p:spPr>
            <a:xfrm>
              <a:off x="4509952" y="3807412"/>
              <a:ext cx="252000" cy="252000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lIns="0" tIns="0" rIns="0" bIns="0" rtlCol="0" anchor="ctr" anchorCtr="1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ja-JP" altLang="en-US" sz="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Meiryo UI" panose="020B0604030504040204" pitchFamily="50" charset="-128"/>
                  <a:ea typeface="Meiryo UI" panose="020B0604030504040204" pitchFamily="50" charset="-128"/>
                  <a:cs typeface="+mn-cs"/>
                </a:rPr>
                <a:t>新坂</a:t>
              </a:r>
              <a:endParaRPr kumimoji="1" lang="en-US" altLang="ja-JP" sz="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eiryo UI" panose="020B0604030504040204" pitchFamily="50" charset="-128"/>
                <a:ea typeface="Meiryo UI" panose="020B0604030504040204" pitchFamily="50" charset="-128"/>
                <a:cs typeface="+mn-cs"/>
              </a:endParaRPr>
            </a:p>
          </p:txBody>
        </p:sp>
      </p:grpSp>
      <p:sp>
        <p:nvSpPr>
          <p:cNvPr id="165" name="正方形/長方形 164">
            <a:extLst>
              <a:ext uri="{FF2B5EF4-FFF2-40B4-BE49-F238E27FC236}">
                <a16:creationId xmlns:a16="http://schemas.microsoft.com/office/drawing/2014/main" id="{6DD9F429-B823-D2A4-DA54-96AE79B5C82D}"/>
              </a:ext>
            </a:extLst>
          </p:cNvPr>
          <p:cNvSpPr/>
          <p:nvPr/>
        </p:nvSpPr>
        <p:spPr>
          <a:xfrm>
            <a:off x="5489199" y="4061157"/>
            <a:ext cx="252000" cy="252000"/>
          </a:xfrm>
          <a:prstGeom prst="rect">
            <a:avLst/>
          </a:prstGeom>
          <a:solidFill>
            <a:srgbClr val="FF9999"/>
          </a:solidFill>
          <a:ln w="63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tIns="0" rIns="0" bIns="0" rtlCol="0" anchor="ctr" anchorCtr="1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eiryo UI" panose="020B0604030504040204" pitchFamily="50" charset="-128"/>
              <a:ea typeface="Meiryo UI" panose="020B0604030504040204" pitchFamily="50" charset="-128"/>
              <a:cs typeface="+mn-cs"/>
            </a:endParaRPr>
          </a:p>
        </p:txBody>
      </p:sp>
      <p:sp>
        <p:nvSpPr>
          <p:cNvPr id="166" name="正方形/長方形 165">
            <a:extLst>
              <a:ext uri="{FF2B5EF4-FFF2-40B4-BE49-F238E27FC236}">
                <a16:creationId xmlns:a16="http://schemas.microsoft.com/office/drawing/2014/main" id="{499AE688-A916-D9F4-3023-54971537D21B}"/>
              </a:ext>
            </a:extLst>
          </p:cNvPr>
          <p:cNvSpPr/>
          <p:nvPr/>
        </p:nvSpPr>
        <p:spPr>
          <a:xfrm>
            <a:off x="6004016" y="4057270"/>
            <a:ext cx="252000" cy="252000"/>
          </a:xfrm>
          <a:prstGeom prst="rect">
            <a:avLst/>
          </a:prstGeom>
          <a:solidFill>
            <a:srgbClr val="FF9999"/>
          </a:solidFill>
          <a:ln w="63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tIns="0" rIns="0" bIns="0" rtlCol="0" anchor="ctr" anchorCtr="1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eiryo UI" panose="020B0604030504040204" pitchFamily="50" charset="-128"/>
              <a:ea typeface="Meiryo UI" panose="020B0604030504040204" pitchFamily="50" charset="-128"/>
              <a:cs typeface="+mn-cs"/>
            </a:endParaRPr>
          </a:p>
        </p:txBody>
      </p:sp>
      <p:sp>
        <p:nvSpPr>
          <p:cNvPr id="168" name="正方形/長方形 167">
            <a:extLst>
              <a:ext uri="{FF2B5EF4-FFF2-40B4-BE49-F238E27FC236}">
                <a16:creationId xmlns:a16="http://schemas.microsoft.com/office/drawing/2014/main" id="{221BEC66-9E63-9DC4-A9D4-3E0C317B4B58}"/>
              </a:ext>
            </a:extLst>
          </p:cNvPr>
          <p:cNvSpPr/>
          <p:nvPr/>
        </p:nvSpPr>
        <p:spPr>
          <a:xfrm>
            <a:off x="722111" y="4600721"/>
            <a:ext cx="252000" cy="252000"/>
          </a:xfrm>
          <a:prstGeom prst="rect">
            <a:avLst/>
          </a:prstGeom>
          <a:solidFill>
            <a:srgbClr val="FF0066"/>
          </a:solidFill>
          <a:ln w="6350">
            <a:solidFill>
              <a:sysClr val="windowText" lastClr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11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游ゴシック" panose="020F0502020204030204"/>
              <a:ea typeface="游ゴシック" panose="020B0400000000000000" pitchFamily="50" charset="-128"/>
              <a:cs typeface="+mn-cs"/>
            </a:endParaRPr>
          </a:p>
        </p:txBody>
      </p:sp>
      <p:sp>
        <p:nvSpPr>
          <p:cNvPr id="169" name="四角形: 角を丸くする 89">
            <a:extLst>
              <a:ext uri="{FF2B5EF4-FFF2-40B4-BE49-F238E27FC236}">
                <a16:creationId xmlns:a16="http://schemas.microsoft.com/office/drawing/2014/main" id="{9FFABF93-2B1C-ED73-A340-0016911D29E6}"/>
              </a:ext>
            </a:extLst>
          </p:cNvPr>
          <p:cNvSpPr/>
          <p:nvPr/>
        </p:nvSpPr>
        <p:spPr>
          <a:xfrm>
            <a:off x="966255" y="4560123"/>
            <a:ext cx="1030069" cy="333195"/>
          </a:xfrm>
          <a:prstGeom prst="roundRect">
            <a:avLst/>
          </a:prstGeom>
          <a:noFill/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11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Meiryo UI"/>
                <a:ea typeface="Meiryo UI"/>
                <a:cs typeface="+mn-cs"/>
              </a:rPr>
              <a:t>優子学長</a:t>
            </a:r>
            <a:endParaRPr kumimoji="1" lang="en-US" altLang="ja-JP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 UI"/>
              <a:ea typeface="Meiryo UI"/>
              <a:cs typeface="+mn-cs"/>
            </a:endParaRPr>
          </a:p>
        </p:txBody>
      </p:sp>
      <p:sp>
        <p:nvSpPr>
          <p:cNvPr id="179" name="正方形/長方形 178">
            <a:extLst>
              <a:ext uri="{FF2B5EF4-FFF2-40B4-BE49-F238E27FC236}">
                <a16:creationId xmlns:a16="http://schemas.microsoft.com/office/drawing/2014/main" id="{97310657-B5BC-EA1D-EDE6-9CC4179D4039}"/>
              </a:ext>
            </a:extLst>
          </p:cNvPr>
          <p:cNvSpPr/>
          <p:nvPr/>
        </p:nvSpPr>
        <p:spPr>
          <a:xfrm>
            <a:off x="8130534" y="4253911"/>
            <a:ext cx="252000" cy="407012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105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游ゴシック" panose="020F0502020204030204"/>
                <a:ea typeface="游ゴシック" panose="020B0400000000000000" pitchFamily="50" charset="-128"/>
                <a:cs typeface="+mn-cs"/>
              </a:rPr>
              <a:t>階段</a:t>
            </a:r>
          </a:p>
        </p:txBody>
      </p:sp>
      <p:sp>
        <p:nvSpPr>
          <p:cNvPr id="181" name="四角形: 角を丸くする 89">
            <a:extLst>
              <a:ext uri="{FF2B5EF4-FFF2-40B4-BE49-F238E27FC236}">
                <a16:creationId xmlns:a16="http://schemas.microsoft.com/office/drawing/2014/main" id="{37F219DD-0242-4792-5970-D7706596EFA3}"/>
              </a:ext>
            </a:extLst>
          </p:cNvPr>
          <p:cNvSpPr/>
          <p:nvPr/>
        </p:nvSpPr>
        <p:spPr>
          <a:xfrm>
            <a:off x="514633" y="5995494"/>
            <a:ext cx="1933311" cy="500556"/>
          </a:xfrm>
          <a:prstGeom prst="roundRect">
            <a:avLst/>
          </a:prstGeom>
          <a:noFill/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11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Meiryo UI"/>
                <a:ea typeface="Meiryo UI"/>
                <a:cs typeface="+mn-cs"/>
              </a:rPr>
              <a:t>53</a:t>
            </a:r>
            <a:r>
              <a:rPr kumimoji="1" lang="ja-JP" altLang="en-US" sz="11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Meiryo UI"/>
                <a:ea typeface="Meiryo UI"/>
                <a:cs typeface="+mn-cs"/>
              </a:rPr>
              <a:t>席＋学長席・総合司会席</a:t>
            </a:r>
            <a:endParaRPr kumimoji="1" lang="en-US" altLang="ja-JP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 UI"/>
              <a:ea typeface="Meiryo UI"/>
              <a:cs typeface="+mn-cs"/>
            </a:endParaRPr>
          </a:p>
        </p:txBody>
      </p:sp>
      <p:sp>
        <p:nvSpPr>
          <p:cNvPr id="182" name="正方形/長方形 181">
            <a:extLst>
              <a:ext uri="{FF2B5EF4-FFF2-40B4-BE49-F238E27FC236}">
                <a16:creationId xmlns:a16="http://schemas.microsoft.com/office/drawing/2014/main" id="{0D50482D-38C2-D0E4-B753-562D81EA7D50}"/>
              </a:ext>
            </a:extLst>
          </p:cNvPr>
          <p:cNvSpPr/>
          <p:nvPr/>
        </p:nvSpPr>
        <p:spPr>
          <a:xfrm>
            <a:off x="8130534" y="3673195"/>
            <a:ext cx="577380" cy="407012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10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游ゴシック" panose="020F0502020204030204"/>
              <a:ea typeface="游ゴシック" panose="020B0400000000000000" pitchFamily="50" charset="-128"/>
              <a:cs typeface="+mn-cs"/>
            </a:endParaRPr>
          </a:p>
        </p:txBody>
      </p:sp>
      <p:sp>
        <p:nvSpPr>
          <p:cNvPr id="183" name="吹き出し: 線 (強調線付き) 182">
            <a:extLst>
              <a:ext uri="{FF2B5EF4-FFF2-40B4-BE49-F238E27FC236}">
                <a16:creationId xmlns:a16="http://schemas.microsoft.com/office/drawing/2014/main" id="{B2EA0B8C-27AB-7F71-E78A-CD60926C1829}"/>
              </a:ext>
            </a:extLst>
          </p:cNvPr>
          <p:cNvSpPr/>
          <p:nvPr/>
        </p:nvSpPr>
        <p:spPr>
          <a:xfrm>
            <a:off x="9018193" y="4050405"/>
            <a:ext cx="1806589" cy="407012"/>
          </a:xfrm>
          <a:prstGeom prst="accentCallout1">
            <a:avLst>
              <a:gd name="adj1" fmla="val 18750"/>
              <a:gd name="adj2" fmla="val -1842"/>
              <a:gd name="adj3" fmla="val -39615"/>
              <a:gd name="adj4" fmla="val -33612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游ゴシック" panose="020F0502020204030204"/>
                <a:ea typeface="游ゴシック" panose="020B0400000000000000" pitchFamily="50" charset="-128"/>
                <a:cs typeface="+mn-cs"/>
              </a:rPr>
              <a:t>88</a:t>
            </a:r>
            <a:r>
              <a:rPr kumimoji="1" lang="ja-JP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游ゴシック" panose="020F0502020204030204"/>
                <a:ea typeface="游ゴシック" panose="020B0400000000000000" pitchFamily="50" charset="-128"/>
                <a:cs typeface="+mn-cs"/>
              </a:rPr>
              <a:t>感門のみ：楽器置き場</a:t>
            </a:r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3271339C-9D37-D18B-6C18-B469E6988BFB}"/>
              </a:ext>
            </a:extLst>
          </p:cNvPr>
          <p:cNvSpPr/>
          <p:nvPr/>
        </p:nvSpPr>
        <p:spPr>
          <a:xfrm rot="5400000">
            <a:off x="5058329" y="4599433"/>
            <a:ext cx="124387" cy="202610"/>
          </a:xfrm>
          <a:prstGeom prst="rect">
            <a:avLst/>
          </a:prstGeom>
          <a:solidFill>
            <a:schemeClr val="accent2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2344BC26-ACDD-5F89-94CF-6D1EE6F95A02}"/>
              </a:ext>
            </a:extLst>
          </p:cNvPr>
          <p:cNvSpPr/>
          <p:nvPr/>
        </p:nvSpPr>
        <p:spPr>
          <a:xfrm>
            <a:off x="5000744" y="4068373"/>
            <a:ext cx="252000" cy="252000"/>
          </a:xfrm>
          <a:prstGeom prst="rect">
            <a:avLst/>
          </a:prstGeom>
          <a:solidFill>
            <a:srgbClr val="FF99FF"/>
          </a:solidFill>
          <a:ln w="63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tIns="0" rIns="0" bIns="0" rtlCol="0" anchor="ctr" anchorCtr="1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ja-JP" altLang="en-US" sz="600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安藤</a:t>
            </a:r>
          </a:p>
        </p:txBody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0FA374DF-FED2-CC97-6264-AE1005B78F70}"/>
              </a:ext>
            </a:extLst>
          </p:cNvPr>
          <p:cNvSpPr/>
          <p:nvPr/>
        </p:nvSpPr>
        <p:spPr>
          <a:xfrm>
            <a:off x="4998745" y="4352922"/>
            <a:ext cx="252000" cy="252000"/>
          </a:xfrm>
          <a:prstGeom prst="rect">
            <a:avLst/>
          </a:prstGeom>
          <a:solidFill>
            <a:srgbClr val="FF0066"/>
          </a:solidFill>
          <a:ln w="63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tIns="0" rIns="0" bIns="0" rtlCol="0" anchor="ctr" anchorCtr="1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ja-JP" altLang="en-US" sz="600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学長</a:t>
            </a:r>
          </a:p>
        </p:txBody>
      </p:sp>
      <p:grpSp>
        <p:nvGrpSpPr>
          <p:cNvPr id="21" name="グループ化 20">
            <a:extLst>
              <a:ext uri="{FF2B5EF4-FFF2-40B4-BE49-F238E27FC236}">
                <a16:creationId xmlns:a16="http://schemas.microsoft.com/office/drawing/2014/main" id="{342DD56B-09A8-08D4-5623-80CAF3363108}"/>
              </a:ext>
            </a:extLst>
          </p:cNvPr>
          <p:cNvGrpSpPr/>
          <p:nvPr/>
        </p:nvGrpSpPr>
        <p:grpSpPr>
          <a:xfrm>
            <a:off x="6004016" y="1583048"/>
            <a:ext cx="252000" cy="2449653"/>
            <a:chOff x="4509952" y="1609759"/>
            <a:chExt cx="252000" cy="2449653"/>
          </a:xfrm>
          <a:solidFill>
            <a:srgbClr val="FF9999"/>
          </a:solidFill>
        </p:grpSpPr>
        <p:sp>
          <p:nvSpPr>
            <p:cNvPr id="23" name="正方形/長方形 22">
              <a:extLst>
                <a:ext uri="{FF2B5EF4-FFF2-40B4-BE49-F238E27FC236}">
                  <a16:creationId xmlns:a16="http://schemas.microsoft.com/office/drawing/2014/main" id="{4CEA87EC-539C-4C54-5738-27595590DA68}"/>
                </a:ext>
              </a:extLst>
            </p:cNvPr>
            <p:cNvSpPr/>
            <p:nvPr/>
          </p:nvSpPr>
          <p:spPr>
            <a:xfrm>
              <a:off x="4509952" y="2159173"/>
              <a:ext cx="252000" cy="252000"/>
            </a:xfrm>
            <a:prstGeom prst="rect">
              <a:avLst/>
            </a:prstGeom>
            <a:grpFill/>
            <a:ln w="6350"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lIns="0" tIns="0" rIns="0" bIns="0" rtlCol="0" anchor="ctr" anchorCtr="1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eiryo UI" panose="020B0604030504040204" pitchFamily="50" charset="-128"/>
                <a:ea typeface="Meiryo UI" panose="020B0604030504040204" pitchFamily="50" charset="-128"/>
                <a:cs typeface="+mn-cs"/>
              </a:endParaRPr>
            </a:p>
          </p:txBody>
        </p:sp>
        <p:sp>
          <p:nvSpPr>
            <p:cNvPr id="24" name="正方形/長方形 23">
              <a:extLst>
                <a:ext uri="{FF2B5EF4-FFF2-40B4-BE49-F238E27FC236}">
                  <a16:creationId xmlns:a16="http://schemas.microsoft.com/office/drawing/2014/main" id="{72A0D681-F29E-2A72-2194-57584AD208FC}"/>
                </a:ext>
              </a:extLst>
            </p:cNvPr>
            <p:cNvSpPr/>
            <p:nvPr/>
          </p:nvSpPr>
          <p:spPr>
            <a:xfrm>
              <a:off x="4509952" y="2708587"/>
              <a:ext cx="252000" cy="252000"/>
            </a:xfrm>
            <a:prstGeom prst="rect">
              <a:avLst/>
            </a:prstGeom>
            <a:grpFill/>
            <a:ln w="6350"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lIns="0" tIns="0" rIns="0" bIns="0" rtlCol="0" anchor="ctr" anchorCtr="1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eiryo UI" panose="020B0604030504040204" pitchFamily="50" charset="-128"/>
                <a:ea typeface="Meiryo UI" panose="020B0604030504040204" pitchFamily="50" charset="-128"/>
                <a:cs typeface="+mn-cs"/>
              </a:endParaRPr>
            </a:p>
          </p:txBody>
        </p:sp>
        <p:sp>
          <p:nvSpPr>
            <p:cNvPr id="25" name="正方形/長方形 24">
              <a:extLst>
                <a:ext uri="{FF2B5EF4-FFF2-40B4-BE49-F238E27FC236}">
                  <a16:creationId xmlns:a16="http://schemas.microsoft.com/office/drawing/2014/main" id="{DC6969A1-F965-C597-EC4C-25B265ABCA37}"/>
                </a:ext>
              </a:extLst>
            </p:cNvPr>
            <p:cNvSpPr/>
            <p:nvPr/>
          </p:nvSpPr>
          <p:spPr>
            <a:xfrm>
              <a:off x="4509952" y="2433880"/>
              <a:ext cx="252000" cy="252000"/>
            </a:xfrm>
            <a:prstGeom prst="rect">
              <a:avLst/>
            </a:prstGeom>
            <a:grpFill/>
            <a:ln w="6350"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lIns="0" tIns="0" rIns="0" bIns="0" rtlCol="0" anchor="ctr" anchorCtr="1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eiryo UI" panose="020B0604030504040204" pitchFamily="50" charset="-128"/>
                <a:ea typeface="Meiryo UI" panose="020B0604030504040204" pitchFamily="50" charset="-128"/>
                <a:cs typeface="+mn-cs"/>
              </a:endParaRPr>
            </a:p>
          </p:txBody>
        </p:sp>
        <p:sp>
          <p:nvSpPr>
            <p:cNvPr id="26" name="正方形/長方形 25">
              <a:extLst>
                <a:ext uri="{FF2B5EF4-FFF2-40B4-BE49-F238E27FC236}">
                  <a16:creationId xmlns:a16="http://schemas.microsoft.com/office/drawing/2014/main" id="{1146A8EF-E705-3828-AA96-9E4FEC2D27E4}"/>
                </a:ext>
              </a:extLst>
            </p:cNvPr>
            <p:cNvSpPr/>
            <p:nvPr/>
          </p:nvSpPr>
          <p:spPr>
            <a:xfrm>
              <a:off x="4509952" y="2983294"/>
              <a:ext cx="252000" cy="252000"/>
            </a:xfrm>
            <a:prstGeom prst="rect">
              <a:avLst/>
            </a:prstGeom>
            <a:grpFill/>
            <a:ln w="6350"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lIns="0" tIns="0" rIns="0" bIns="0" rtlCol="0" anchor="ctr" anchorCtr="1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eiryo UI" panose="020B0604030504040204" pitchFamily="50" charset="-128"/>
                <a:ea typeface="Meiryo UI" panose="020B0604030504040204" pitchFamily="50" charset="-128"/>
                <a:cs typeface="+mn-cs"/>
              </a:endParaRPr>
            </a:p>
          </p:txBody>
        </p:sp>
        <p:sp>
          <p:nvSpPr>
            <p:cNvPr id="27" name="正方形/長方形 26">
              <a:extLst>
                <a:ext uri="{FF2B5EF4-FFF2-40B4-BE49-F238E27FC236}">
                  <a16:creationId xmlns:a16="http://schemas.microsoft.com/office/drawing/2014/main" id="{F63C064D-58AC-B5CE-0B93-6E5B4D1E65EB}"/>
                </a:ext>
              </a:extLst>
            </p:cNvPr>
            <p:cNvSpPr/>
            <p:nvPr/>
          </p:nvSpPr>
          <p:spPr>
            <a:xfrm>
              <a:off x="4509952" y="3258001"/>
              <a:ext cx="252000" cy="252000"/>
            </a:xfrm>
            <a:prstGeom prst="rect">
              <a:avLst/>
            </a:prstGeom>
            <a:grpFill/>
            <a:ln w="6350"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lIns="0" tIns="0" rIns="0" bIns="0" rtlCol="0" anchor="ctr" anchorCtr="1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eiryo UI" panose="020B0604030504040204" pitchFamily="50" charset="-128"/>
                <a:ea typeface="Meiryo UI" panose="020B0604030504040204" pitchFamily="50" charset="-128"/>
                <a:cs typeface="+mn-cs"/>
              </a:endParaRPr>
            </a:p>
          </p:txBody>
        </p:sp>
        <p:sp>
          <p:nvSpPr>
            <p:cNvPr id="28" name="正方形/長方形 27">
              <a:extLst>
                <a:ext uri="{FF2B5EF4-FFF2-40B4-BE49-F238E27FC236}">
                  <a16:creationId xmlns:a16="http://schemas.microsoft.com/office/drawing/2014/main" id="{1185AF00-6A29-4B3E-8E70-CC38BE37BF27}"/>
                </a:ext>
              </a:extLst>
            </p:cNvPr>
            <p:cNvSpPr/>
            <p:nvPr/>
          </p:nvSpPr>
          <p:spPr>
            <a:xfrm>
              <a:off x="4509952" y="3532708"/>
              <a:ext cx="252000" cy="252000"/>
            </a:xfrm>
            <a:prstGeom prst="rect">
              <a:avLst/>
            </a:prstGeom>
            <a:grpFill/>
            <a:ln w="6350"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lIns="0" tIns="0" rIns="0" bIns="0" rtlCol="0" anchor="ctr" anchorCtr="1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eiryo UI" panose="020B0604030504040204" pitchFamily="50" charset="-128"/>
                <a:ea typeface="Meiryo UI" panose="020B0604030504040204" pitchFamily="50" charset="-128"/>
                <a:cs typeface="+mn-cs"/>
              </a:endParaRPr>
            </a:p>
          </p:txBody>
        </p:sp>
        <p:sp>
          <p:nvSpPr>
            <p:cNvPr id="29" name="正方形/長方形 28">
              <a:extLst>
                <a:ext uri="{FF2B5EF4-FFF2-40B4-BE49-F238E27FC236}">
                  <a16:creationId xmlns:a16="http://schemas.microsoft.com/office/drawing/2014/main" id="{8F9C8B0F-F321-6DAC-5C9C-8AE23D86F556}"/>
                </a:ext>
              </a:extLst>
            </p:cNvPr>
            <p:cNvSpPr/>
            <p:nvPr/>
          </p:nvSpPr>
          <p:spPr>
            <a:xfrm>
              <a:off x="4509952" y="3807412"/>
              <a:ext cx="252000" cy="252000"/>
            </a:xfrm>
            <a:prstGeom prst="rect">
              <a:avLst/>
            </a:prstGeom>
            <a:grpFill/>
            <a:ln w="6350"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lIns="0" tIns="0" rIns="0" bIns="0" rtlCol="0" anchor="ctr" anchorCtr="1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eiryo UI" panose="020B0604030504040204" pitchFamily="50" charset="-128"/>
                <a:ea typeface="Meiryo UI" panose="020B0604030504040204" pitchFamily="50" charset="-128"/>
                <a:cs typeface="+mn-cs"/>
              </a:endParaRPr>
            </a:p>
          </p:txBody>
        </p:sp>
        <p:sp>
          <p:nvSpPr>
            <p:cNvPr id="30" name="正方形/長方形 29">
              <a:extLst>
                <a:ext uri="{FF2B5EF4-FFF2-40B4-BE49-F238E27FC236}">
                  <a16:creationId xmlns:a16="http://schemas.microsoft.com/office/drawing/2014/main" id="{3D980F5F-D1A7-45D0-7FAF-CB7C6436528C}"/>
                </a:ext>
              </a:extLst>
            </p:cNvPr>
            <p:cNvSpPr/>
            <p:nvPr/>
          </p:nvSpPr>
          <p:spPr>
            <a:xfrm>
              <a:off x="4509952" y="1884466"/>
              <a:ext cx="252000" cy="252000"/>
            </a:xfrm>
            <a:prstGeom prst="rect">
              <a:avLst/>
            </a:prstGeom>
            <a:grpFill/>
            <a:ln w="6350"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lIns="0" tIns="0" rIns="0" bIns="0" rtlCol="0" anchor="ctr" anchorCtr="1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eiryo UI" panose="020B0604030504040204" pitchFamily="50" charset="-128"/>
                <a:ea typeface="Meiryo UI" panose="020B0604030504040204" pitchFamily="50" charset="-128"/>
                <a:cs typeface="+mn-cs"/>
              </a:endParaRPr>
            </a:p>
          </p:txBody>
        </p:sp>
        <p:sp>
          <p:nvSpPr>
            <p:cNvPr id="33" name="正方形/長方形 32">
              <a:extLst>
                <a:ext uri="{FF2B5EF4-FFF2-40B4-BE49-F238E27FC236}">
                  <a16:creationId xmlns:a16="http://schemas.microsoft.com/office/drawing/2014/main" id="{4999BBBF-C837-8ED6-32FC-B60C83ED8ACE}"/>
                </a:ext>
              </a:extLst>
            </p:cNvPr>
            <p:cNvSpPr/>
            <p:nvPr/>
          </p:nvSpPr>
          <p:spPr>
            <a:xfrm>
              <a:off x="4509952" y="1609759"/>
              <a:ext cx="252000" cy="252000"/>
            </a:xfrm>
            <a:prstGeom prst="rect">
              <a:avLst/>
            </a:prstGeom>
            <a:grpFill/>
            <a:ln w="6350"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lIns="0" tIns="0" rIns="0" bIns="0" rtlCol="0" anchor="ctr" anchorCtr="1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eiryo UI" panose="020B0604030504040204" pitchFamily="50" charset="-128"/>
                <a:ea typeface="Meiryo UI" panose="020B0604030504040204" pitchFamily="50" charset="-128"/>
                <a:cs typeface="+mn-cs"/>
              </a:endParaRPr>
            </a:p>
          </p:txBody>
        </p:sp>
      </p:grpSp>
      <p:sp>
        <p:nvSpPr>
          <p:cNvPr id="34" name="正方形/長方形 33">
            <a:extLst>
              <a:ext uri="{FF2B5EF4-FFF2-40B4-BE49-F238E27FC236}">
                <a16:creationId xmlns:a16="http://schemas.microsoft.com/office/drawing/2014/main" id="{CB779CC4-AB45-84C9-45D8-E732DDE96286}"/>
              </a:ext>
            </a:extLst>
          </p:cNvPr>
          <p:cNvSpPr/>
          <p:nvPr/>
        </p:nvSpPr>
        <p:spPr>
          <a:xfrm>
            <a:off x="4510472" y="4068373"/>
            <a:ext cx="252000" cy="252000"/>
          </a:xfrm>
          <a:prstGeom prst="rect">
            <a:avLst/>
          </a:prstGeom>
          <a:solidFill>
            <a:srgbClr val="FF99FF"/>
          </a:solidFill>
          <a:ln w="63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tIns="0" rIns="0" bIns="0" rtlCol="0" anchor="ctr" anchorCtr="1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ja-JP" altLang="en-US" sz="600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康代</a:t>
            </a:r>
          </a:p>
        </p:txBody>
      </p: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6FB06866-8D22-9C0D-2853-566DFE0E59FD}"/>
              </a:ext>
            </a:extLst>
          </p:cNvPr>
          <p:cNvSpPr txBox="1"/>
          <p:nvPr/>
        </p:nvSpPr>
        <p:spPr>
          <a:xfrm>
            <a:off x="5680245" y="2280775"/>
            <a:ext cx="415755" cy="1072730"/>
          </a:xfrm>
          <a:prstGeom prst="rect">
            <a:avLst/>
          </a:prstGeom>
          <a:noFill/>
        </p:spPr>
        <p:txBody>
          <a:bodyPr vert="eaVert" wrap="none" rtlCol="0">
            <a:spAutoFit/>
          </a:bodyPr>
          <a:lstStyle/>
          <a:p>
            <a:r>
              <a:rPr lang="en-US" altLang="ja-JP" sz="1400" b="1" dirty="0"/>
              <a:t>43</a:t>
            </a:r>
            <a:r>
              <a:rPr kumimoji="1" lang="ja-JP" altLang="en-US" sz="1400" b="1" dirty="0"/>
              <a:t>花放伝生</a:t>
            </a:r>
          </a:p>
        </p:txBody>
      </p:sp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98DC3F1E-9282-4914-BC3B-5128F339DEED}"/>
              </a:ext>
            </a:extLst>
          </p:cNvPr>
          <p:cNvSpPr txBox="1"/>
          <p:nvPr/>
        </p:nvSpPr>
        <p:spPr>
          <a:xfrm>
            <a:off x="4656879" y="1916222"/>
            <a:ext cx="415755" cy="1072730"/>
          </a:xfrm>
          <a:prstGeom prst="rect">
            <a:avLst/>
          </a:prstGeom>
          <a:noFill/>
        </p:spPr>
        <p:txBody>
          <a:bodyPr vert="eaVert" wrap="none" rtlCol="0">
            <a:spAutoFit/>
          </a:bodyPr>
          <a:lstStyle/>
          <a:p>
            <a:r>
              <a:rPr lang="en-US" altLang="ja-JP" sz="1400" b="1" dirty="0"/>
              <a:t>54</a:t>
            </a:r>
            <a:r>
              <a:rPr kumimoji="1" lang="ja-JP" altLang="en-US" sz="1400" b="1" dirty="0"/>
              <a:t>破師範他</a:t>
            </a:r>
          </a:p>
        </p:txBody>
      </p:sp>
    </p:spTree>
    <p:extLst>
      <p:ext uri="{BB962C8B-B14F-4D97-AF65-F5344CB8AC3E}">
        <p14:creationId xmlns:p14="http://schemas.microsoft.com/office/powerpoint/2010/main" val="26190240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3E9C916D-6620-44A8-889B-BA408B2716C0}"/>
              </a:ext>
            </a:extLst>
          </p:cNvPr>
          <p:cNvSpPr/>
          <p:nvPr/>
        </p:nvSpPr>
        <p:spPr>
          <a:xfrm rot="5400000">
            <a:off x="2749587" y="2466457"/>
            <a:ext cx="2636650" cy="64800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defTabSz="457200">
              <a:defRPr sz="1000"/>
            </a:pPr>
            <a:r>
              <a:rPr lang="ja-JP" altLang="en-US" dirty="0">
                <a:solidFill>
                  <a:srgbClr val="FFFFFF"/>
                </a:solidFill>
                <a:latin typeface="ＭＳ Ｐゴシック"/>
                <a:ea typeface="ＭＳ Ｐゴシック"/>
                <a:cs typeface="ＭＳ Ｐゴシック"/>
              </a:rPr>
              <a:t>ブビンガ</a:t>
            </a:r>
            <a:endParaRPr lang="ja-JP" altLang="en-US" sz="1100" b="0" i="0" strike="noStrike" kern="1200" dirty="0">
              <a:solidFill>
                <a:srgbClr val="FFFFFF"/>
              </a:solidFill>
              <a:latin typeface="ＭＳ Ｐゴシック"/>
              <a:ea typeface="ＭＳ Ｐゴシック"/>
              <a:cs typeface="ＭＳ Ｐゴシック"/>
            </a:endParaRPr>
          </a:p>
        </p:txBody>
      </p:sp>
      <p:sp>
        <p:nvSpPr>
          <p:cNvPr id="35" name="テキスト ボックス 34">
            <a:extLst>
              <a:ext uri="{FF2B5EF4-FFF2-40B4-BE49-F238E27FC236}">
                <a16:creationId xmlns:a16="http://schemas.microsoft.com/office/drawing/2014/main" id="{2F898503-50D8-472A-904B-9E6D3A9230F3}"/>
              </a:ext>
            </a:extLst>
          </p:cNvPr>
          <p:cNvSpPr txBox="1"/>
          <p:nvPr/>
        </p:nvSpPr>
        <p:spPr>
          <a:xfrm>
            <a:off x="76506" y="86160"/>
            <a:ext cx="2809569" cy="36933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endParaRPr lang="ja-JP" altLang="en-US" dirty="0">
              <a:ea typeface="游ゴシック"/>
            </a:endParaRPr>
          </a:p>
        </p:txBody>
      </p:sp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48EBB919-CAD0-41B0-8F4E-64B9F327CD9F}"/>
              </a:ext>
            </a:extLst>
          </p:cNvPr>
          <p:cNvSpPr/>
          <p:nvPr/>
        </p:nvSpPr>
        <p:spPr>
          <a:xfrm rot="18322793">
            <a:off x="7262377" y="1848767"/>
            <a:ext cx="201600" cy="479013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4" name="矢印: 右 13">
            <a:extLst>
              <a:ext uri="{FF2B5EF4-FFF2-40B4-BE49-F238E27FC236}">
                <a16:creationId xmlns:a16="http://schemas.microsoft.com/office/drawing/2014/main" id="{C3062F82-8623-D689-7473-E81B8E2B6030}"/>
              </a:ext>
            </a:extLst>
          </p:cNvPr>
          <p:cNvSpPr/>
          <p:nvPr/>
        </p:nvSpPr>
        <p:spPr>
          <a:xfrm>
            <a:off x="6698253" y="212657"/>
            <a:ext cx="3126995" cy="343401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92" name="図 91">
            <a:extLst>
              <a:ext uri="{FF2B5EF4-FFF2-40B4-BE49-F238E27FC236}">
                <a16:creationId xmlns:a16="http://schemas.microsoft.com/office/drawing/2014/main" id="{2D457486-CEC4-29D4-DCFE-16F4613131F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20639107" flipH="1">
            <a:off x="3979837" y="2209461"/>
            <a:ext cx="369160" cy="330847"/>
          </a:xfrm>
          <a:prstGeom prst="rect">
            <a:avLst/>
          </a:prstGeom>
        </p:spPr>
      </p:pic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9F18763D-D5EE-1B9E-6927-A7D8D92FD6BE}"/>
              </a:ext>
            </a:extLst>
          </p:cNvPr>
          <p:cNvSpPr/>
          <p:nvPr/>
        </p:nvSpPr>
        <p:spPr>
          <a:xfrm>
            <a:off x="8461724" y="4783572"/>
            <a:ext cx="325394" cy="559515"/>
          </a:xfrm>
          <a:prstGeom prst="rect">
            <a:avLst/>
          </a:prstGeom>
          <a:solidFill>
            <a:schemeClr val="bg2">
              <a:lumMod val="75000"/>
            </a:schemeClr>
          </a:solidFill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楕円 10">
            <a:extLst>
              <a:ext uri="{FF2B5EF4-FFF2-40B4-BE49-F238E27FC236}">
                <a16:creationId xmlns:a16="http://schemas.microsoft.com/office/drawing/2014/main" id="{C0BA7C3D-290C-4B1C-0463-8D9E07D56DAB}"/>
              </a:ext>
            </a:extLst>
          </p:cNvPr>
          <p:cNvSpPr/>
          <p:nvPr/>
        </p:nvSpPr>
        <p:spPr>
          <a:xfrm>
            <a:off x="7996734" y="2261918"/>
            <a:ext cx="385800" cy="1258678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ja-JP" altLang="en-US" sz="1400" b="1">
                <a:ea typeface="游ゴシック"/>
              </a:rPr>
              <a:t>登壇</a:t>
            </a:r>
            <a:endParaRPr lang="ja-JP" altLang="en-US" sz="1400" b="1" dirty="0">
              <a:ea typeface="游ゴシック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E904BC6F-BC5D-B52A-8AD7-714D70D4BCD4}"/>
              </a:ext>
            </a:extLst>
          </p:cNvPr>
          <p:cNvSpPr txBox="1"/>
          <p:nvPr/>
        </p:nvSpPr>
        <p:spPr>
          <a:xfrm>
            <a:off x="8462369" y="4846799"/>
            <a:ext cx="295344" cy="43088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kumimoji="1" lang="ja-JP" altLang="en-US" sz="1100" b="1">
                <a:solidFill>
                  <a:srgbClr val="FFFFFF"/>
                </a:solidFill>
                <a:ea typeface="游ゴシック"/>
              </a:rPr>
              <a:t>祭</a:t>
            </a:r>
            <a:endParaRPr lang="en-US">
              <a:solidFill>
                <a:srgbClr val="FFFFFF"/>
              </a:solidFill>
            </a:endParaRPr>
          </a:p>
          <a:p>
            <a:r>
              <a:rPr kumimoji="1" lang="ja-JP" altLang="en-US" sz="1100" b="1">
                <a:solidFill>
                  <a:srgbClr val="FFFFFF"/>
                </a:solidFill>
                <a:ea typeface="游ゴシック"/>
              </a:rPr>
              <a:t>壇</a:t>
            </a:r>
            <a:endParaRPr lang="ja-JP">
              <a:solidFill>
                <a:srgbClr val="FFFFFF"/>
              </a:solidFill>
            </a:endParaRPr>
          </a:p>
        </p:txBody>
      </p:sp>
      <p:sp>
        <p:nvSpPr>
          <p:cNvPr id="16" name="正方形/長方形 15">
            <a:extLst>
              <a:ext uri="{FF2B5EF4-FFF2-40B4-BE49-F238E27FC236}">
                <a16:creationId xmlns:a16="http://schemas.microsoft.com/office/drawing/2014/main" id="{F0C494CF-4E95-291C-3827-4DCBE014B641}"/>
              </a:ext>
            </a:extLst>
          </p:cNvPr>
          <p:cNvSpPr/>
          <p:nvPr/>
        </p:nvSpPr>
        <p:spPr>
          <a:xfrm rot="16200000">
            <a:off x="7653866" y="3841811"/>
            <a:ext cx="325394" cy="151398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3" name="楕円 82">
            <a:extLst>
              <a:ext uri="{FF2B5EF4-FFF2-40B4-BE49-F238E27FC236}">
                <a16:creationId xmlns:a16="http://schemas.microsoft.com/office/drawing/2014/main" id="{995AADD7-2BBB-346D-5717-9B3F5B51A0AC}"/>
              </a:ext>
            </a:extLst>
          </p:cNvPr>
          <p:cNvSpPr/>
          <p:nvPr/>
        </p:nvSpPr>
        <p:spPr>
          <a:xfrm>
            <a:off x="7730595" y="2891257"/>
            <a:ext cx="85968" cy="85968"/>
          </a:xfrm>
          <a:prstGeom prst="ellipse">
            <a:avLst/>
          </a:pr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6" name="正方形/長方形 105">
            <a:extLst>
              <a:ext uri="{FF2B5EF4-FFF2-40B4-BE49-F238E27FC236}">
                <a16:creationId xmlns:a16="http://schemas.microsoft.com/office/drawing/2014/main" id="{50545AC7-DDFA-524A-B4BF-21F3D0E18D23}"/>
              </a:ext>
            </a:extLst>
          </p:cNvPr>
          <p:cNvSpPr/>
          <p:nvPr/>
        </p:nvSpPr>
        <p:spPr>
          <a:xfrm>
            <a:off x="5601445" y="5099223"/>
            <a:ext cx="201600" cy="2016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6350">
            <a:solidFill>
              <a:sysClr val="windowText" lastClr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kumimoji="1" lang="ja-JP" altLang="en-US" sz="1100" dirty="0">
              <a:solidFill>
                <a:sysClr val="windowText" lastClr="000000"/>
              </a:solidFill>
            </a:endParaRPr>
          </a:p>
        </p:txBody>
      </p:sp>
      <p:sp>
        <p:nvSpPr>
          <p:cNvPr id="107" name="正方形/長方形 106">
            <a:extLst>
              <a:ext uri="{FF2B5EF4-FFF2-40B4-BE49-F238E27FC236}">
                <a16:creationId xmlns:a16="http://schemas.microsoft.com/office/drawing/2014/main" id="{8C77D93A-FD24-6007-EAD6-90DBFE9D75A3}"/>
              </a:ext>
            </a:extLst>
          </p:cNvPr>
          <p:cNvSpPr/>
          <p:nvPr/>
        </p:nvSpPr>
        <p:spPr>
          <a:xfrm>
            <a:off x="5359648" y="5099223"/>
            <a:ext cx="201600" cy="2016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6350">
            <a:solidFill>
              <a:sysClr val="windowText" lastClr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kumimoji="1" lang="ja-JP" altLang="en-US" sz="1100" dirty="0">
              <a:solidFill>
                <a:sysClr val="windowText" lastClr="000000"/>
              </a:solidFill>
            </a:endParaRPr>
          </a:p>
        </p:txBody>
      </p:sp>
      <p:sp>
        <p:nvSpPr>
          <p:cNvPr id="108" name="正方形/長方形 107">
            <a:extLst>
              <a:ext uri="{FF2B5EF4-FFF2-40B4-BE49-F238E27FC236}">
                <a16:creationId xmlns:a16="http://schemas.microsoft.com/office/drawing/2014/main" id="{0AA2CC93-41F6-DE22-DA61-D526E8B26CA2}"/>
              </a:ext>
            </a:extLst>
          </p:cNvPr>
          <p:cNvSpPr/>
          <p:nvPr/>
        </p:nvSpPr>
        <p:spPr>
          <a:xfrm>
            <a:off x="5117853" y="5099223"/>
            <a:ext cx="201600" cy="2016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6350">
            <a:solidFill>
              <a:sysClr val="windowText" lastClr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kumimoji="1" lang="ja-JP" altLang="en-US" sz="1100" dirty="0">
              <a:solidFill>
                <a:sysClr val="windowText" lastClr="000000"/>
              </a:solidFill>
            </a:endParaRPr>
          </a:p>
        </p:txBody>
      </p:sp>
      <p:sp>
        <p:nvSpPr>
          <p:cNvPr id="109" name="正方形/長方形 108">
            <a:extLst>
              <a:ext uri="{FF2B5EF4-FFF2-40B4-BE49-F238E27FC236}">
                <a16:creationId xmlns:a16="http://schemas.microsoft.com/office/drawing/2014/main" id="{132DE897-3310-E8A3-CE59-34A40BC08F46}"/>
              </a:ext>
            </a:extLst>
          </p:cNvPr>
          <p:cNvSpPr/>
          <p:nvPr/>
        </p:nvSpPr>
        <p:spPr>
          <a:xfrm>
            <a:off x="4876058" y="5099223"/>
            <a:ext cx="201600" cy="2016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6350">
            <a:solidFill>
              <a:sysClr val="windowText" lastClr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kumimoji="1" lang="ja-JP" altLang="en-US" sz="1100" dirty="0">
              <a:solidFill>
                <a:sysClr val="windowText" lastClr="000000"/>
              </a:solidFill>
            </a:endParaRPr>
          </a:p>
        </p:txBody>
      </p:sp>
      <p:sp>
        <p:nvSpPr>
          <p:cNvPr id="110" name="正方形/長方形 109">
            <a:extLst>
              <a:ext uri="{FF2B5EF4-FFF2-40B4-BE49-F238E27FC236}">
                <a16:creationId xmlns:a16="http://schemas.microsoft.com/office/drawing/2014/main" id="{5D7E540E-AFAA-F40F-CD30-4BA867F35F36}"/>
              </a:ext>
            </a:extLst>
          </p:cNvPr>
          <p:cNvSpPr/>
          <p:nvPr/>
        </p:nvSpPr>
        <p:spPr>
          <a:xfrm>
            <a:off x="4634263" y="5099223"/>
            <a:ext cx="201600" cy="2016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63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tIns="0" rIns="0" bIns="0" rtlCol="0" anchor="ctr" anchorCtr="1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ja-JP" altLang="en-US" sz="1000" dirty="0">
              <a:solidFill>
                <a:schemeClr val="tx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11" name="正方形/長方形 110">
            <a:extLst>
              <a:ext uri="{FF2B5EF4-FFF2-40B4-BE49-F238E27FC236}">
                <a16:creationId xmlns:a16="http://schemas.microsoft.com/office/drawing/2014/main" id="{05362E80-F9C9-C64E-DF1E-3D816F7AC37E}"/>
              </a:ext>
            </a:extLst>
          </p:cNvPr>
          <p:cNvSpPr/>
          <p:nvPr/>
        </p:nvSpPr>
        <p:spPr>
          <a:xfrm>
            <a:off x="4392468" y="5099223"/>
            <a:ext cx="201600" cy="2016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63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tIns="0" rIns="0" bIns="0" rtlCol="0" anchor="ctr" anchorCtr="1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ja-JP" altLang="en-US" sz="1000" dirty="0">
              <a:solidFill>
                <a:schemeClr val="tx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17" name="正方形/長方形 116">
            <a:extLst>
              <a:ext uri="{FF2B5EF4-FFF2-40B4-BE49-F238E27FC236}">
                <a16:creationId xmlns:a16="http://schemas.microsoft.com/office/drawing/2014/main" id="{EB792961-D5B7-CF96-24E1-C5F04A5779A1}"/>
              </a:ext>
            </a:extLst>
          </p:cNvPr>
          <p:cNvSpPr/>
          <p:nvPr/>
        </p:nvSpPr>
        <p:spPr>
          <a:xfrm>
            <a:off x="4970261" y="4253911"/>
            <a:ext cx="252000" cy="252000"/>
          </a:xfrm>
          <a:prstGeom prst="rect">
            <a:avLst/>
          </a:prstGeom>
          <a:solidFill>
            <a:srgbClr val="FF0066"/>
          </a:solidFill>
          <a:ln w="6350">
            <a:solidFill>
              <a:sysClr val="windowText" lastClr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kumimoji="1" lang="ja-JP" altLang="en-US" sz="1100" dirty="0">
              <a:solidFill>
                <a:sysClr val="windowText" lastClr="000000"/>
              </a:solidFill>
            </a:endParaRPr>
          </a:p>
        </p:txBody>
      </p:sp>
      <p:sp>
        <p:nvSpPr>
          <p:cNvPr id="140" name="正方形/長方形 139">
            <a:extLst>
              <a:ext uri="{FF2B5EF4-FFF2-40B4-BE49-F238E27FC236}">
                <a16:creationId xmlns:a16="http://schemas.microsoft.com/office/drawing/2014/main" id="{F0E2F96F-8E74-46CB-7B39-7AA088862CCD}"/>
              </a:ext>
            </a:extLst>
          </p:cNvPr>
          <p:cNvSpPr/>
          <p:nvPr/>
        </p:nvSpPr>
        <p:spPr>
          <a:xfrm rot="2291995">
            <a:off x="7415217" y="1758516"/>
            <a:ext cx="201600" cy="201600"/>
          </a:xfrm>
          <a:prstGeom prst="rect">
            <a:avLst/>
          </a:prstGeom>
          <a:solidFill>
            <a:schemeClr val="bg1"/>
          </a:solidFill>
          <a:ln w="63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tIns="0" rIns="0" bIns="0" rtlCol="0" anchor="ctr" anchorCtr="1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kumimoji="1" lang="ja-JP" altLang="en-US" sz="600" dirty="0">
              <a:solidFill>
                <a:schemeClr val="tx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graphicFrame>
        <p:nvGraphicFramePr>
          <p:cNvPr id="17" name="Table 16">
            <a:extLst>
              <a:ext uri="{FF2B5EF4-FFF2-40B4-BE49-F238E27FC236}">
                <a16:creationId xmlns:a16="http://schemas.microsoft.com/office/drawing/2014/main" id="{F36999E8-EFCB-BF97-4812-48A3D0BBABE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1240061"/>
              </p:ext>
            </p:extLst>
          </p:nvPr>
        </p:nvGraphicFramePr>
        <p:xfrm>
          <a:off x="304422" y="123380"/>
          <a:ext cx="5350395" cy="372072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5350395">
                  <a:extLst>
                    <a:ext uri="{9D8B030D-6E8A-4147-A177-3AD203B41FA5}">
                      <a16:colId xmlns:a16="http://schemas.microsoft.com/office/drawing/2014/main" val="636781040"/>
                    </a:ext>
                  </a:extLst>
                </a:gridCol>
              </a:tblGrid>
              <a:tr h="372072">
                <a:tc>
                  <a:txBody>
                    <a:bodyPr/>
                    <a:lstStyle/>
                    <a:p>
                      <a:pPr>
                        <a:lnSpc>
                          <a:spcPts val="1560"/>
                        </a:lnSpc>
                      </a:pPr>
                      <a:r>
                        <a:rPr lang="en-US" altLang="ja-JP" sz="1800" dirty="0">
                          <a:effectLst/>
                          <a:latin typeface="Meiryo UI"/>
                          <a:ea typeface="Meiryo UI"/>
                        </a:rPr>
                        <a:t>88</a:t>
                      </a:r>
                      <a:r>
                        <a:rPr lang="ja-JP" altLang="en-US" sz="1800" dirty="0">
                          <a:effectLst/>
                          <a:latin typeface="Meiryo UI"/>
                          <a:ea typeface="Meiryo UI"/>
                        </a:rPr>
                        <a:t>感門 座席（学長校話～エンディング）　</a:t>
                      </a:r>
                      <a:endParaRPr lang="ja-JP" altLang="en-US" sz="1800" b="0" i="0" u="none" strike="noStrike" noProof="0" dirty="0">
                        <a:effectLst/>
                        <a:latin typeface="Meiryo UI"/>
                        <a:ea typeface="Meiryo UI"/>
                      </a:endParaRPr>
                    </a:p>
                  </a:txBody>
                  <a:tcPr marL="47625" marR="47625" marT="47625" marB="47625" anchor="ctr">
                    <a:lnL w="9525" cap="flat" cmpd="sng" algn="ctr">
                      <a:solidFill>
                        <a:srgbClr val="9577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577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577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577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26614782"/>
                  </a:ext>
                </a:extLst>
              </a:tr>
            </a:tbl>
          </a:graphicData>
        </a:graphic>
      </p:graphicFrame>
      <p:sp>
        <p:nvSpPr>
          <p:cNvPr id="10" name="四角形: 角を丸くする 89">
            <a:extLst>
              <a:ext uri="{FF2B5EF4-FFF2-40B4-BE49-F238E27FC236}">
                <a16:creationId xmlns:a16="http://schemas.microsoft.com/office/drawing/2014/main" id="{5F21E3C4-85A2-304E-B4A6-89A971524278}"/>
              </a:ext>
            </a:extLst>
          </p:cNvPr>
          <p:cNvSpPr/>
          <p:nvPr/>
        </p:nvSpPr>
        <p:spPr>
          <a:xfrm>
            <a:off x="4624000" y="5300349"/>
            <a:ext cx="1030069" cy="333195"/>
          </a:xfrm>
          <a:prstGeom prst="roundRect">
            <a:avLst/>
          </a:prstGeom>
          <a:noFill/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t"/>
          <a:lstStyle/>
          <a:p>
            <a:pPr algn="ctr"/>
            <a:r>
              <a:rPr lang="ja-JP" altLang="en-US" sz="1100" dirty="0">
                <a:solidFill>
                  <a:sysClr val="windowText" lastClr="000000"/>
                </a:solidFill>
                <a:latin typeface="Meiryo UI"/>
                <a:ea typeface="Meiryo UI"/>
              </a:rPr>
              <a:t>カウンター</a:t>
            </a:r>
            <a:endParaRPr lang="en-US" altLang="ja-JP" dirty="0">
              <a:latin typeface="Meiryo UI"/>
              <a:ea typeface="Meiryo UI"/>
            </a:endParaRPr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52EDC9B3-7F46-8E5F-678F-086A87F944B5}"/>
              </a:ext>
            </a:extLst>
          </p:cNvPr>
          <p:cNvSpPr/>
          <p:nvPr/>
        </p:nvSpPr>
        <p:spPr>
          <a:xfrm rot="5400000">
            <a:off x="5034514" y="4499416"/>
            <a:ext cx="124387" cy="202610"/>
          </a:xfrm>
          <a:prstGeom prst="rect">
            <a:avLst/>
          </a:prstGeom>
          <a:solidFill>
            <a:schemeClr val="accent2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F1898211-C65F-6D7E-99B2-CA0D33729AE1}"/>
              </a:ext>
            </a:extLst>
          </p:cNvPr>
          <p:cNvSpPr/>
          <p:nvPr/>
        </p:nvSpPr>
        <p:spPr>
          <a:xfrm>
            <a:off x="7978132" y="5174449"/>
            <a:ext cx="404402" cy="201600"/>
          </a:xfrm>
          <a:prstGeom prst="rect">
            <a:avLst/>
          </a:prstGeom>
          <a:solidFill>
            <a:schemeClr val="bg2">
              <a:lumMod val="75000"/>
            </a:schemeClr>
          </a:solidFill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22" name="図 21">
            <a:extLst>
              <a:ext uri="{FF2B5EF4-FFF2-40B4-BE49-F238E27FC236}">
                <a16:creationId xmlns:a16="http://schemas.microsoft.com/office/drawing/2014/main" id="{D4EC7523-62EF-3B1A-B5F9-5896ABFEB55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20639107" flipH="1">
            <a:off x="3969243" y="3132852"/>
            <a:ext cx="369160" cy="330847"/>
          </a:xfrm>
          <a:prstGeom prst="rect">
            <a:avLst/>
          </a:prstGeom>
        </p:spPr>
      </p:pic>
      <p:pic>
        <p:nvPicPr>
          <p:cNvPr id="31" name="図 30">
            <a:extLst>
              <a:ext uri="{FF2B5EF4-FFF2-40B4-BE49-F238E27FC236}">
                <a16:creationId xmlns:a16="http://schemas.microsoft.com/office/drawing/2014/main" id="{419C702E-D529-6E71-6CC9-72C3B31F682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20639107" flipH="1">
            <a:off x="2564347" y="2651717"/>
            <a:ext cx="369160" cy="330847"/>
          </a:xfrm>
          <a:prstGeom prst="rect">
            <a:avLst/>
          </a:prstGeom>
        </p:spPr>
      </p:pic>
      <p:pic>
        <p:nvPicPr>
          <p:cNvPr id="32" name="図 31">
            <a:extLst>
              <a:ext uri="{FF2B5EF4-FFF2-40B4-BE49-F238E27FC236}">
                <a16:creationId xmlns:a16="http://schemas.microsoft.com/office/drawing/2014/main" id="{3B775946-CDDE-72A5-0DCD-E73FA6EB326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20639107" flipH="1">
            <a:off x="3935968" y="2663088"/>
            <a:ext cx="369160" cy="330847"/>
          </a:xfrm>
          <a:prstGeom prst="rect">
            <a:avLst/>
          </a:prstGeom>
        </p:spPr>
      </p:pic>
      <p:sp>
        <p:nvSpPr>
          <p:cNvPr id="41" name="四角形: 角を丸くする 40">
            <a:extLst>
              <a:ext uri="{FF2B5EF4-FFF2-40B4-BE49-F238E27FC236}">
                <a16:creationId xmlns:a16="http://schemas.microsoft.com/office/drawing/2014/main" id="{7EDFF0E2-59CF-AC72-A292-386D80CA4690}"/>
              </a:ext>
            </a:extLst>
          </p:cNvPr>
          <p:cNvSpPr/>
          <p:nvPr/>
        </p:nvSpPr>
        <p:spPr>
          <a:xfrm>
            <a:off x="2619375" y="1472132"/>
            <a:ext cx="266700" cy="1112680"/>
          </a:xfrm>
          <a:prstGeom prst="round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200" dirty="0"/>
              <a:t>照明</a:t>
            </a:r>
          </a:p>
        </p:txBody>
      </p:sp>
      <p:sp>
        <p:nvSpPr>
          <p:cNvPr id="43" name="四角形: 角を丸くする 42">
            <a:extLst>
              <a:ext uri="{FF2B5EF4-FFF2-40B4-BE49-F238E27FC236}">
                <a16:creationId xmlns:a16="http://schemas.microsoft.com/office/drawing/2014/main" id="{39372C23-25BB-DDA2-3691-F6B1B7BE606E}"/>
              </a:ext>
            </a:extLst>
          </p:cNvPr>
          <p:cNvSpPr/>
          <p:nvPr/>
        </p:nvSpPr>
        <p:spPr>
          <a:xfrm>
            <a:off x="2601129" y="3041681"/>
            <a:ext cx="266700" cy="1112680"/>
          </a:xfrm>
          <a:prstGeom prst="round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200" dirty="0"/>
              <a:t>照明</a:t>
            </a:r>
          </a:p>
        </p:txBody>
      </p:sp>
      <p:sp>
        <p:nvSpPr>
          <p:cNvPr id="48" name="正方形/長方形 47">
            <a:extLst>
              <a:ext uri="{FF2B5EF4-FFF2-40B4-BE49-F238E27FC236}">
                <a16:creationId xmlns:a16="http://schemas.microsoft.com/office/drawing/2014/main" id="{0F0BB24A-C85B-FEB3-BDFB-B1F592413530}"/>
              </a:ext>
            </a:extLst>
          </p:cNvPr>
          <p:cNvSpPr/>
          <p:nvPr/>
        </p:nvSpPr>
        <p:spPr>
          <a:xfrm rot="1577398">
            <a:off x="4128417" y="1625316"/>
            <a:ext cx="72000" cy="46800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9" name="テキスト ボックス 48">
            <a:extLst>
              <a:ext uri="{FF2B5EF4-FFF2-40B4-BE49-F238E27FC236}">
                <a16:creationId xmlns:a16="http://schemas.microsoft.com/office/drawing/2014/main" id="{C4214980-D6E0-F198-004A-6A8EE095C793}"/>
              </a:ext>
            </a:extLst>
          </p:cNvPr>
          <p:cNvSpPr txBox="1"/>
          <p:nvPr/>
        </p:nvSpPr>
        <p:spPr>
          <a:xfrm>
            <a:off x="3387696" y="1546182"/>
            <a:ext cx="748923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1100" b="1" dirty="0"/>
              <a:t>返し</a:t>
            </a:r>
            <a:endParaRPr kumimoji="1" lang="en-US" altLang="ja-JP" sz="1100" b="1" dirty="0"/>
          </a:p>
          <a:p>
            <a:r>
              <a:rPr kumimoji="1" lang="ja-JP" altLang="en-US" sz="1100" b="1" dirty="0"/>
              <a:t>モニター</a:t>
            </a:r>
          </a:p>
        </p:txBody>
      </p:sp>
      <p:grpSp>
        <p:nvGrpSpPr>
          <p:cNvPr id="84" name="グループ化 83">
            <a:extLst>
              <a:ext uri="{FF2B5EF4-FFF2-40B4-BE49-F238E27FC236}">
                <a16:creationId xmlns:a16="http://schemas.microsoft.com/office/drawing/2014/main" id="{7DA9D220-C584-D05C-9420-1DABD68E0FAC}"/>
              </a:ext>
            </a:extLst>
          </p:cNvPr>
          <p:cNvGrpSpPr/>
          <p:nvPr/>
        </p:nvGrpSpPr>
        <p:grpSpPr>
          <a:xfrm>
            <a:off x="4509952" y="1581184"/>
            <a:ext cx="252000" cy="2449653"/>
            <a:chOff x="4509952" y="1609759"/>
            <a:chExt cx="252000" cy="2449653"/>
          </a:xfrm>
        </p:grpSpPr>
        <p:sp>
          <p:nvSpPr>
            <p:cNvPr id="52" name="正方形/長方形 51">
              <a:extLst>
                <a:ext uri="{FF2B5EF4-FFF2-40B4-BE49-F238E27FC236}">
                  <a16:creationId xmlns:a16="http://schemas.microsoft.com/office/drawing/2014/main" id="{8538EAE2-428D-A594-84F4-0C0E0EA726DB}"/>
                </a:ext>
              </a:extLst>
            </p:cNvPr>
            <p:cNvSpPr/>
            <p:nvPr/>
          </p:nvSpPr>
          <p:spPr>
            <a:xfrm>
              <a:off x="4509952" y="2159173"/>
              <a:ext cx="252000" cy="252000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lIns="0" tIns="0" rIns="0" bIns="0" rtlCol="0" anchor="ctr" anchorCtr="1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ja-JP" altLang="en-US" sz="600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  <p:sp>
          <p:nvSpPr>
            <p:cNvPr id="54" name="正方形/長方形 53">
              <a:extLst>
                <a:ext uri="{FF2B5EF4-FFF2-40B4-BE49-F238E27FC236}">
                  <a16:creationId xmlns:a16="http://schemas.microsoft.com/office/drawing/2014/main" id="{E8EDACDA-BA55-C68D-6D00-88581F4AE876}"/>
                </a:ext>
              </a:extLst>
            </p:cNvPr>
            <p:cNvSpPr/>
            <p:nvPr/>
          </p:nvSpPr>
          <p:spPr>
            <a:xfrm>
              <a:off x="4509952" y="2708587"/>
              <a:ext cx="252000" cy="252000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lIns="0" tIns="0" rIns="0" bIns="0" rtlCol="0" anchor="ctr" anchorCtr="1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ja-JP" altLang="en-US" sz="600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  <p:sp>
          <p:nvSpPr>
            <p:cNvPr id="55" name="正方形/長方形 54">
              <a:extLst>
                <a:ext uri="{FF2B5EF4-FFF2-40B4-BE49-F238E27FC236}">
                  <a16:creationId xmlns:a16="http://schemas.microsoft.com/office/drawing/2014/main" id="{CA9778CD-6C6F-7151-80FD-020093D01446}"/>
                </a:ext>
              </a:extLst>
            </p:cNvPr>
            <p:cNvSpPr/>
            <p:nvPr/>
          </p:nvSpPr>
          <p:spPr>
            <a:xfrm>
              <a:off x="4509952" y="2433880"/>
              <a:ext cx="252000" cy="252000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lIns="0" tIns="0" rIns="0" bIns="0" rtlCol="0" anchor="ctr" anchorCtr="1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ja-JP" altLang="en-US" sz="600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  <p:sp>
          <p:nvSpPr>
            <p:cNvPr id="56" name="正方形/長方形 55">
              <a:extLst>
                <a:ext uri="{FF2B5EF4-FFF2-40B4-BE49-F238E27FC236}">
                  <a16:creationId xmlns:a16="http://schemas.microsoft.com/office/drawing/2014/main" id="{70EC4785-91BF-911E-D543-93667DDAD24B}"/>
                </a:ext>
              </a:extLst>
            </p:cNvPr>
            <p:cNvSpPr/>
            <p:nvPr/>
          </p:nvSpPr>
          <p:spPr>
            <a:xfrm>
              <a:off x="4509952" y="2983294"/>
              <a:ext cx="252000" cy="252000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lIns="0" tIns="0" rIns="0" bIns="0" rtlCol="0" anchor="ctr" anchorCtr="1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ja-JP" altLang="en-US" sz="600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  <p:sp>
          <p:nvSpPr>
            <p:cNvPr id="57" name="正方形/長方形 56">
              <a:extLst>
                <a:ext uri="{FF2B5EF4-FFF2-40B4-BE49-F238E27FC236}">
                  <a16:creationId xmlns:a16="http://schemas.microsoft.com/office/drawing/2014/main" id="{CB368A5E-F9B6-4776-E87F-0A0852B087C6}"/>
                </a:ext>
              </a:extLst>
            </p:cNvPr>
            <p:cNvSpPr/>
            <p:nvPr/>
          </p:nvSpPr>
          <p:spPr>
            <a:xfrm>
              <a:off x="4509952" y="3258001"/>
              <a:ext cx="252000" cy="252000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lIns="0" tIns="0" rIns="0" bIns="0" rtlCol="0" anchor="ctr" anchorCtr="1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ja-JP" altLang="en-US" sz="600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  <p:sp>
          <p:nvSpPr>
            <p:cNvPr id="58" name="正方形/長方形 57">
              <a:extLst>
                <a:ext uri="{FF2B5EF4-FFF2-40B4-BE49-F238E27FC236}">
                  <a16:creationId xmlns:a16="http://schemas.microsoft.com/office/drawing/2014/main" id="{3ADD4753-52C5-39FA-64EE-24DF99FF62FD}"/>
                </a:ext>
              </a:extLst>
            </p:cNvPr>
            <p:cNvSpPr/>
            <p:nvPr/>
          </p:nvSpPr>
          <p:spPr>
            <a:xfrm>
              <a:off x="4509952" y="3532708"/>
              <a:ext cx="252000" cy="252000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lIns="0" tIns="0" rIns="0" bIns="0" rtlCol="0" anchor="ctr" anchorCtr="1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ja-JP" altLang="en-US" sz="600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  <p:sp>
          <p:nvSpPr>
            <p:cNvPr id="87" name="正方形/長方形 86">
              <a:extLst>
                <a:ext uri="{FF2B5EF4-FFF2-40B4-BE49-F238E27FC236}">
                  <a16:creationId xmlns:a16="http://schemas.microsoft.com/office/drawing/2014/main" id="{1B5F272C-3D8E-5D2E-C7EE-1E346D1BD79A}"/>
                </a:ext>
              </a:extLst>
            </p:cNvPr>
            <p:cNvSpPr/>
            <p:nvPr/>
          </p:nvSpPr>
          <p:spPr>
            <a:xfrm>
              <a:off x="4509952" y="3807412"/>
              <a:ext cx="252000" cy="252000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lIns="0" tIns="0" rIns="0" bIns="0" rtlCol="0" anchor="ctr" anchorCtr="1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ja-JP" altLang="en-US" sz="600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  <p:sp>
          <p:nvSpPr>
            <p:cNvPr id="50" name="正方形/長方形 49">
              <a:extLst>
                <a:ext uri="{FF2B5EF4-FFF2-40B4-BE49-F238E27FC236}">
                  <a16:creationId xmlns:a16="http://schemas.microsoft.com/office/drawing/2014/main" id="{A43DC23F-4591-4191-D6DA-D7F22F4B9736}"/>
                </a:ext>
              </a:extLst>
            </p:cNvPr>
            <p:cNvSpPr/>
            <p:nvPr/>
          </p:nvSpPr>
          <p:spPr>
            <a:xfrm>
              <a:off x="4509952" y="1884466"/>
              <a:ext cx="252000" cy="252000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lIns="0" tIns="0" rIns="0" bIns="0" rtlCol="0" anchor="ctr" anchorCtr="1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ja-JP" altLang="en-US" sz="600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  <p:sp>
          <p:nvSpPr>
            <p:cNvPr id="60" name="正方形/長方形 59">
              <a:extLst>
                <a:ext uri="{FF2B5EF4-FFF2-40B4-BE49-F238E27FC236}">
                  <a16:creationId xmlns:a16="http://schemas.microsoft.com/office/drawing/2014/main" id="{79DD570C-F80F-B4BE-1A7F-83EDD539B638}"/>
                </a:ext>
              </a:extLst>
            </p:cNvPr>
            <p:cNvSpPr/>
            <p:nvPr/>
          </p:nvSpPr>
          <p:spPr>
            <a:xfrm>
              <a:off x="4509952" y="1609759"/>
              <a:ext cx="252000" cy="252000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lIns="0" tIns="0" rIns="0" bIns="0" rtlCol="0" anchor="ctr" anchorCtr="1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ja-JP" altLang="en-US" sz="600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</p:grpSp>
      <p:grpSp>
        <p:nvGrpSpPr>
          <p:cNvPr id="85" name="グループ化 84">
            <a:extLst>
              <a:ext uri="{FF2B5EF4-FFF2-40B4-BE49-F238E27FC236}">
                <a16:creationId xmlns:a16="http://schemas.microsoft.com/office/drawing/2014/main" id="{3208C20D-9145-4173-71EF-DC079930E62F}"/>
              </a:ext>
            </a:extLst>
          </p:cNvPr>
          <p:cNvGrpSpPr/>
          <p:nvPr/>
        </p:nvGrpSpPr>
        <p:grpSpPr>
          <a:xfrm>
            <a:off x="4995370" y="1581184"/>
            <a:ext cx="252000" cy="2449653"/>
            <a:chOff x="4509952" y="1609759"/>
            <a:chExt cx="252000" cy="2449653"/>
          </a:xfrm>
        </p:grpSpPr>
        <p:sp>
          <p:nvSpPr>
            <p:cNvPr id="86" name="正方形/長方形 85">
              <a:extLst>
                <a:ext uri="{FF2B5EF4-FFF2-40B4-BE49-F238E27FC236}">
                  <a16:creationId xmlns:a16="http://schemas.microsoft.com/office/drawing/2014/main" id="{05EFEC36-3CBB-8C7C-A0E9-A3905BD03B69}"/>
                </a:ext>
              </a:extLst>
            </p:cNvPr>
            <p:cNvSpPr/>
            <p:nvPr/>
          </p:nvSpPr>
          <p:spPr>
            <a:xfrm>
              <a:off x="4509952" y="2159173"/>
              <a:ext cx="252000" cy="252000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lIns="0" tIns="0" rIns="0" bIns="0" rtlCol="0" anchor="ctr" anchorCtr="1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ja-JP" altLang="en-US" sz="600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  <p:sp>
          <p:nvSpPr>
            <p:cNvPr id="89" name="正方形/長方形 88">
              <a:extLst>
                <a:ext uri="{FF2B5EF4-FFF2-40B4-BE49-F238E27FC236}">
                  <a16:creationId xmlns:a16="http://schemas.microsoft.com/office/drawing/2014/main" id="{D8014C87-0440-5B64-04D2-99685008F6F0}"/>
                </a:ext>
              </a:extLst>
            </p:cNvPr>
            <p:cNvSpPr/>
            <p:nvPr/>
          </p:nvSpPr>
          <p:spPr>
            <a:xfrm>
              <a:off x="4509952" y="2708587"/>
              <a:ext cx="252000" cy="252000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lIns="0" tIns="0" rIns="0" bIns="0" rtlCol="0" anchor="ctr" anchorCtr="1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ja-JP" altLang="en-US" sz="600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  <p:sp>
          <p:nvSpPr>
            <p:cNvPr id="91" name="正方形/長方形 90">
              <a:extLst>
                <a:ext uri="{FF2B5EF4-FFF2-40B4-BE49-F238E27FC236}">
                  <a16:creationId xmlns:a16="http://schemas.microsoft.com/office/drawing/2014/main" id="{EAFD2A29-A33F-3EBF-114C-AC06037C0E5C}"/>
                </a:ext>
              </a:extLst>
            </p:cNvPr>
            <p:cNvSpPr/>
            <p:nvPr/>
          </p:nvSpPr>
          <p:spPr>
            <a:xfrm>
              <a:off x="4509952" y="2433880"/>
              <a:ext cx="252000" cy="252000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lIns="0" tIns="0" rIns="0" bIns="0" rtlCol="0" anchor="ctr" anchorCtr="1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ja-JP" altLang="en-US" sz="600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  <p:sp>
          <p:nvSpPr>
            <p:cNvPr id="93" name="正方形/長方形 92">
              <a:extLst>
                <a:ext uri="{FF2B5EF4-FFF2-40B4-BE49-F238E27FC236}">
                  <a16:creationId xmlns:a16="http://schemas.microsoft.com/office/drawing/2014/main" id="{5FEEF725-A0F6-97E6-6ADD-F5A3694C642A}"/>
                </a:ext>
              </a:extLst>
            </p:cNvPr>
            <p:cNvSpPr/>
            <p:nvPr/>
          </p:nvSpPr>
          <p:spPr>
            <a:xfrm>
              <a:off x="4509952" y="2983294"/>
              <a:ext cx="252000" cy="252000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lIns="0" tIns="0" rIns="0" bIns="0" rtlCol="0" anchor="ctr" anchorCtr="1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ja-JP" altLang="en-US" sz="600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  <p:sp>
          <p:nvSpPr>
            <p:cNvPr id="94" name="正方形/長方形 93">
              <a:extLst>
                <a:ext uri="{FF2B5EF4-FFF2-40B4-BE49-F238E27FC236}">
                  <a16:creationId xmlns:a16="http://schemas.microsoft.com/office/drawing/2014/main" id="{5C2D7E2C-1530-5060-2736-10638FF0B428}"/>
                </a:ext>
              </a:extLst>
            </p:cNvPr>
            <p:cNvSpPr/>
            <p:nvPr/>
          </p:nvSpPr>
          <p:spPr>
            <a:xfrm>
              <a:off x="4509952" y="3258001"/>
              <a:ext cx="252000" cy="252000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lIns="0" tIns="0" rIns="0" bIns="0" rtlCol="0" anchor="ctr" anchorCtr="1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ja-JP" altLang="en-US" sz="600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  <p:sp>
          <p:nvSpPr>
            <p:cNvPr id="95" name="正方形/長方形 94">
              <a:extLst>
                <a:ext uri="{FF2B5EF4-FFF2-40B4-BE49-F238E27FC236}">
                  <a16:creationId xmlns:a16="http://schemas.microsoft.com/office/drawing/2014/main" id="{78B249E7-1A05-649A-36BE-CB3FC061BD26}"/>
                </a:ext>
              </a:extLst>
            </p:cNvPr>
            <p:cNvSpPr/>
            <p:nvPr/>
          </p:nvSpPr>
          <p:spPr>
            <a:xfrm>
              <a:off x="4509952" y="3532708"/>
              <a:ext cx="252000" cy="252000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lIns="0" tIns="0" rIns="0" bIns="0" rtlCol="0" anchor="ctr" anchorCtr="1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ja-JP" altLang="en-US" sz="600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  <p:sp>
          <p:nvSpPr>
            <p:cNvPr id="98" name="正方形/長方形 97">
              <a:extLst>
                <a:ext uri="{FF2B5EF4-FFF2-40B4-BE49-F238E27FC236}">
                  <a16:creationId xmlns:a16="http://schemas.microsoft.com/office/drawing/2014/main" id="{8B2BD3DF-A1B7-C990-7A86-5F35EF76A96A}"/>
                </a:ext>
              </a:extLst>
            </p:cNvPr>
            <p:cNvSpPr/>
            <p:nvPr/>
          </p:nvSpPr>
          <p:spPr>
            <a:xfrm>
              <a:off x="4509952" y="3807412"/>
              <a:ext cx="252000" cy="252000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lIns="0" tIns="0" rIns="0" bIns="0" rtlCol="0" anchor="ctr" anchorCtr="1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ja-JP" altLang="en-US" sz="600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  <p:sp>
          <p:nvSpPr>
            <p:cNvPr id="99" name="正方形/長方形 98">
              <a:extLst>
                <a:ext uri="{FF2B5EF4-FFF2-40B4-BE49-F238E27FC236}">
                  <a16:creationId xmlns:a16="http://schemas.microsoft.com/office/drawing/2014/main" id="{AF2B0E3A-752D-4FE8-0CD2-2850DE69EB3D}"/>
                </a:ext>
              </a:extLst>
            </p:cNvPr>
            <p:cNvSpPr/>
            <p:nvPr/>
          </p:nvSpPr>
          <p:spPr>
            <a:xfrm>
              <a:off x="4509952" y="1884466"/>
              <a:ext cx="252000" cy="252000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lIns="0" tIns="0" rIns="0" bIns="0" rtlCol="0" anchor="ctr" anchorCtr="1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ja-JP" altLang="en-US" sz="600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  <p:sp>
          <p:nvSpPr>
            <p:cNvPr id="100" name="正方形/長方形 99">
              <a:extLst>
                <a:ext uri="{FF2B5EF4-FFF2-40B4-BE49-F238E27FC236}">
                  <a16:creationId xmlns:a16="http://schemas.microsoft.com/office/drawing/2014/main" id="{ABEC1022-889E-D756-18E4-F2DCA74A70B2}"/>
                </a:ext>
              </a:extLst>
            </p:cNvPr>
            <p:cNvSpPr/>
            <p:nvPr/>
          </p:nvSpPr>
          <p:spPr>
            <a:xfrm>
              <a:off x="4509952" y="1609759"/>
              <a:ext cx="252000" cy="252000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lIns="0" tIns="0" rIns="0" bIns="0" rtlCol="0" anchor="ctr" anchorCtr="1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ja-JP" altLang="en-US" sz="600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</p:grpSp>
      <p:grpSp>
        <p:nvGrpSpPr>
          <p:cNvPr id="101" name="グループ化 100">
            <a:extLst>
              <a:ext uri="{FF2B5EF4-FFF2-40B4-BE49-F238E27FC236}">
                <a16:creationId xmlns:a16="http://schemas.microsoft.com/office/drawing/2014/main" id="{B2557672-929C-4809-5DB5-2B48E606019E}"/>
              </a:ext>
            </a:extLst>
          </p:cNvPr>
          <p:cNvGrpSpPr/>
          <p:nvPr/>
        </p:nvGrpSpPr>
        <p:grpSpPr>
          <a:xfrm>
            <a:off x="6483958" y="1581184"/>
            <a:ext cx="252000" cy="2449653"/>
            <a:chOff x="4509952" y="1609759"/>
            <a:chExt cx="252000" cy="2449653"/>
          </a:xfrm>
        </p:grpSpPr>
        <p:sp>
          <p:nvSpPr>
            <p:cNvPr id="102" name="正方形/長方形 101">
              <a:extLst>
                <a:ext uri="{FF2B5EF4-FFF2-40B4-BE49-F238E27FC236}">
                  <a16:creationId xmlns:a16="http://schemas.microsoft.com/office/drawing/2014/main" id="{69891D4B-155B-1551-5712-D34D764D8F4B}"/>
                </a:ext>
              </a:extLst>
            </p:cNvPr>
            <p:cNvSpPr/>
            <p:nvPr/>
          </p:nvSpPr>
          <p:spPr>
            <a:xfrm>
              <a:off x="4509952" y="2159173"/>
              <a:ext cx="252000" cy="252000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lIns="0" tIns="0" rIns="0" bIns="0" rtlCol="0" anchor="ctr" anchorCtr="1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ja-JP" altLang="en-US" sz="600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  <p:sp>
          <p:nvSpPr>
            <p:cNvPr id="104" name="正方形/長方形 103">
              <a:extLst>
                <a:ext uri="{FF2B5EF4-FFF2-40B4-BE49-F238E27FC236}">
                  <a16:creationId xmlns:a16="http://schemas.microsoft.com/office/drawing/2014/main" id="{D510547A-F8C6-8A82-8E18-3F92932E8D33}"/>
                </a:ext>
              </a:extLst>
            </p:cNvPr>
            <p:cNvSpPr/>
            <p:nvPr/>
          </p:nvSpPr>
          <p:spPr>
            <a:xfrm>
              <a:off x="4509952" y="2708587"/>
              <a:ext cx="252000" cy="252000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lIns="0" tIns="0" rIns="0" bIns="0" rtlCol="0" anchor="ctr" anchorCtr="1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ja-JP" altLang="en-US" sz="600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  <p:sp>
          <p:nvSpPr>
            <p:cNvPr id="105" name="正方形/長方形 104">
              <a:extLst>
                <a:ext uri="{FF2B5EF4-FFF2-40B4-BE49-F238E27FC236}">
                  <a16:creationId xmlns:a16="http://schemas.microsoft.com/office/drawing/2014/main" id="{151FC4AB-2546-6BF1-BCE4-FED7EFAAC174}"/>
                </a:ext>
              </a:extLst>
            </p:cNvPr>
            <p:cNvSpPr/>
            <p:nvPr/>
          </p:nvSpPr>
          <p:spPr>
            <a:xfrm>
              <a:off x="4509952" y="2433880"/>
              <a:ext cx="252000" cy="252000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lIns="0" tIns="0" rIns="0" bIns="0" rtlCol="0" anchor="ctr" anchorCtr="1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ja-JP" altLang="en-US" sz="600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  <p:sp>
          <p:nvSpPr>
            <p:cNvPr id="113" name="正方形/長方形 112">
              <a:extLst>
                <a:ext uri="{FF2B5EF4-FFF2-40B4-BE49-F238E27FC236}">
                  <a16:creationId xmlns:a16="http://schemas.microsoft.com/office/drawing/2014/main" id="{B1C55A0C-5A6C-8C84-1073-F5644B84A21E}"/>
                </a:ext>
              </a:extLst>
            </p:cNvPr>
            <p:cNvSpPr/>
            <p:nvPr/>
          </p:nvSpPr>
          <p:spPr>
            <a:xfrm>
              <a:off x="4509952" y="2983294"/>
              <a:ext cx="252000" cy="252000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lIns="0" tIns="0" rIns="0" bIns="0" rtlCol="0" anchor="ctr" anchorCtr="1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ja-JP" altLang="en-US" sz="600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  <p:sp>
          <p:nvSpPr>
            <p:cNvPr id="114" name="正方形/長方形 113">
              <a:extLst>
                <a:ext uri="{FF2B5EF4-FFF2-40B4-BE49-F238E27FC236}">
                  <a16:creationId xmlns:a16="http://schemas.microsoft.com/office/drawing/2014/main" id="{18ECBFF7-F677-9C46-FC24-1F603229E42F}"/>
                </a:ext>
              </a:extLst>
            </p:cNvPr>
            <p:cNvSpPr/>
            <p:nvPr/>
          </p:nvSpPr>
          <p:spPr>
            <a:xfrm>
              <a:off x="4509952" y="3258001"/>
              <a:ext cx="252000" cy="252000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lIns="0" tIns="0" rIns="0" bIns="0" rtlCol="0" anchor="ctr" anchorCtr="1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ja-JP" altLang="en-US" sz="600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  <p:sp>
          <p:nvSpPr>
            <p:cNvPr id="115" name="正方形/長方形 114">
              <a:extLst>
                <a:ext uri="{FF2B5EF4-FFF2-40B4-BE49-F238E27FC236}">
                  <a16:creationId xmlns:a16="http://schemas.microsoft.com/office/drawing/2014/main" id="{D4677125-1191-7B2D-17AC-497CE34CD898}"/>
                </a:ext>
              </a:extLst>
            </p:cNvPr>
            <p:cNvSpPr/>
            <p:nvPr/>
          </p:nvSpPr>
          <p:spPr>
            <a:xfrm>
              <a:off x="4509952" y="3532708"/>
              <a:ext cx="252000" cy="252000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lIns="0" tIns="0" rIns="0" bIns="0" rtlCol="0" anchor="ctr" anchorCtr="1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ja-JP" altLang="en-US" sz="600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  <p:sp>
          <p:nvSpPr>
            <p:cNvPr id="116" name="正方形/長方形 115">
              <a:extLst>
                <a:ext uri="{FF2B5EF4-FFF2-40B4-BE49-F238E27FC236}">
                  <a16:creationId xmlns:a16="http://schemas.microsoft.com/office/drawing/2014/main" id="{A078B67F-EF6B-2245-B104-688E6DDBAC7B}"/>
                </a:ext>
              </a:extLst>
            </p:cNvPr>
            <p:cNvSpPr/>
            <p:nvPr/>
          </p:nvSpPr>
          <p:spPr>
            <a:xfrm>
              <a:off x="4509952" y="3807412"/>
              <a:ext cx="252000" cy="252000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lIns="0" tIns="0" rIns="0" bIns="0" rtlCol="0" anchor="ctr" anchorCtr="1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ja-JP" altLang="en-US" sz="600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  <p:sp>
          <p:nvSpPr>
            <p:cNvPr id="128" name="正方形/長方形 127">
              <a:extLst>
                <a:ext uri="{FF2B5EF4-FFF2-40B4-BE49-F238E27FC236}">
                  <a16:creationId xmlns:a16="http://schemas.microsoft.com/office/drawing/2014/main" id="{FDE2E38D-C1E2-67DE-86C7-4449361E9AF4}"/>
                </a:ext>
              </a:extLst>
            </p:cNvPr>
            <p:cNvSpPr/>
            <p:nvPr/>
          </p:nvSpPr>
          <p:spPr>
            <a:xfrm>
              <a:off x="4509952" y="1884466"/>
              <a:ext cx="252000" cy="252000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lIns="0" tIns="0" rIns="0" bIns="0" rtlCol="0" anchor="ctr" anchorCtr="1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ja-JP" altLang="en-US" sz="600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  <p:sp>
          <p:nvSpPr>
            <p:cNvPr id="129" name="正方形/長方形 128">
              <a:extLst>
                <a:ext uri="{FF2B5EF4-FFF2-40B4-BE49-F238E27FC236}">
                  <a16:creationId xmlns:a16="http://schemas.microsoft.com/office/drawing/2014/main" id="{8C593C98-BED0-4A86-3E22-CEF5C8E891FA}"/>
                </a:ext>
              </a:extLst>
            </p:cNvPr>
            <p:cNvSpPr/>
            <p:nvPr/>
          </p:nvSpPr>
          <p:spPr>
            <a:xfrm>
              <a:off x="4509952" y="1609759"/>
              <a:ext cx="252000" cy="252000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lIns="0" tIns="0" rIns="0" bIns="0" rtlCol="0" anchor="ctr" anchorCtr="1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ja-JP" altLang="en-US" sz="600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</p:grpSp>
      <p:grpSp>
        <p:nvGrpSpPr>
          <p:cNvPr id="130" name="グループ化 129">
            <a:extLst>
              <a:ext uri="{FF2B5EF4-FFF2-40B4-BE49-F238E27FC236}">
                <a16:creationId xmlns:a16="http://schemas.microsoft.com/office/drawing/2014/main" id="{0EB4AD83-4F3C-8558-53C9-88CB56D6109C}"/>
              </a:ext>
            </a:extLst>
          </p:cNvPr>
          <p:cNvGrpSpPr/>
          <p:nvPr/>
        </p:nvGrpSpPr>
        <p:grpSpPr>
          <a:xfrm>
            <a:off x="6004947" y="1581184"/>
            <a:ext cx="252000" cy="2449653"/>
            <a:chOff x="4509952" y="1609759"/>
            <a:chExt cx="252000" cy="2449653"/>
          </a:xfrm>
        </p:grpSpPr>
        <p:sp>
          <p:nvSpPr>
            <p:cNvPr id="132" name="正方形/長方形 131">
              <a:extLst>
                <a:ext uri="{FF2B5EF4-FFF2-40B4-BE49-F238E27FC236}">
                  <a16:creationId xmlns:a16="http://schemas.microsoft.com/office/drawing/2014/main" id="{7CDEE3CF-1244-4E06-06D3-7B2568AF6BF7}"/>
                </a:ext>
              </a:extLst>
            </p:cNvPr>
            <p:cNvSpPr/>
            <p:nvPr/>
          </p:nvSpPr>
          <p:spPr>
            <a:xfrm>
              <a:off x="4509952" y="2159173"/>
              <a:ext cx="252000" cy="252000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lIns="0" tIns="0" rIns="0" bIns="0" rtlCol="0" anchor="ctr" anchorCtr="1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ja-JP" altLang="en-US" sz="600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  <p:sp>
          <p:nvSpPr>
            <p:cNvPr id="133" name="正方形/長方形 132">
              <a:extLst>
                <a:ext uri="{FF2B5EF4-FFF2-40B4-BE49-F238E27FC236}">
                  <a16:creationId xmlns:a16="http://schemas.microsoft.com/office/drawing/2014/main" id="{C52A14D8-A508-63FA-4771-DD8BB492169F}"/>
                </a:ext>
              </a:extLst>
            </p:cNvPr>
            <p:cNvSpPr/>
            <p:nvPr/>
          </p:nvSpPr>
          <p:spPr>
            <a:xfrm>
              <a:off x="4509952" y="2708587"/>
              <a:ext cx="252000" cy="252000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lIns="0" tIns="0" rIns="0" bIns="0" rtlCol="0" anchor="ctr" anchorCtr="1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ja-JP" altLang="en-US" sz="600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  <p:sp>
          <p:nvSpPr>
            <p:cNvPr id="135" name="正方形/長方形 134">
              <a:extLst>
                <a:ext uri="{FF2B5EF4-FFF2-40B4-BE49-F238E27FC236}">
                  <a16:creationId xmlns:a16="http://schemas.microsoft.com/office/drawing/2014/main" id="{00758C0A-F466-983F-A4BA-61F3E0D71BA5}"/>
                </a:ext>
              </a:extLst>
            </p:cNvPr>
            <p:cNvSpPr/>
            <p:nvPr/>
          </p:nvSpPr>
          <p:spPr>
            <a:xfrm>
              <a:off x="4509952" y="2433880"/>
              <a:ext cx="252000" cy="252000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lIns="0" tIns="0" rIns="0" bIns="0" rtlCol="0" anchor="ctr" anchorCtr="1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ja-JP" altLang="en-US" sz="600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  <p:sp>
          <p:nvSpPr>
            <p:cNvPr id="136" name="正方形/長方形 135">
              <a:extLst>
                <a:ext uri="{FF2B5EF4-FFF2-40B4-BE49-F238E27FC236}">
                  <a16:creationId xmlns:a16="http://schemas.microsoft.com/office/drawing/2014/main" id="{9861696A-00FF-9830-5ACC-4F95A08B8C4F}"/>
                </a:ext>
              </a:extLst>
            </p:cNvPr>
            <p:cNvSpPr/>
            <p:nvPr/>
          </p:nvSpPr>
          <p:spPr>
            <a:xfrm>
              <a:off x="4509952" y="2983294"/>
              <a:ext cx="252000" cy="252000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lIns="0" tIns="0" rIns="0" bIns="0" rtlCol="0" anchor="ctr" anchorCtr="1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ja-JP" altLang="en-US" sz="600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  <p:sp>
          <p:nvSpPr>
            <p:cNvPr id="137" name="正方形/長方形 136">
              <a:extLst>
                <a:ext uri="{FF2B5EF4-FFF2-40B4-BE49-F238E27FC236}">
                  <a16:creationId xmlns:a16="http://schemas.microsoft.com/office/drawing/2014/main" id="{ACD6A9BD-EFC0-13FE-81C0-CAEDF6D2765E}"/>
                </a:ext>
              </a:extLst>
            </p:cNvPr>
            <p:cNvSpPr/>
            <p:nvPr/>
          </p:nvSpPr>
          <p:spPr>
            <a:xfrm>
              <a:off x="4509952" y="3258001"/>
              <a:ext cx="252000" cy="252000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lIns="0" tIns="0" rIns="0" bIns="0" rtlCol="0" anchor="ctr" anchorCtr="1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ja-JP" altLang="en-US" sz="600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  <p:sp>
          <p:nvSpPr>
            <p:cNvPr id="141" name="正方形/長方形 140">
              <a:extLst>
                <a:ext uri="{FF2B5EF4-FFF2-40B4-BE49-F238E27FC236}">
                  <a16:creationId xmlns:a16="http://schemas.microsoft.com/office/drawing/2014/main" id="{8BD8A473-3926-5E20-D82B-F2DE0161F233}"/>
                </a:ext>
              </a:extLst>
            </p:cNvPr>
            <p:cNvSpPr/>
            <p:nvPr/>
          </p:nvSpPr>
          <p:spPr>
            <a:xfrm>
              <a:off x="4509952" y="3532708"/>
              <a:ext cx="252000" cy="252000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lIns="0" tIns="0" rIns="0" bIns="0" rtlCol="0" anchor="ctr" anchorCtr="1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ja-JP" altLang="en-US" sz="600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  <p:sp>
          <p:nvSpPr>
            <p:cNvPr id="142" name="正方形/長方形 141">
              <a:extLst>
                <a:ext uri="{FF2B5EF4-FFF2-40B4-BE49-F238E27FC236}">
                  <a16:creationId xmlns:a16="http://schemas.microsoft.com/office/drawing/2014/main" id="{7C6EA179-B8B7-5E85-CCC2-85147CBF25A3}"/>
                </a:ext>
              </a:extLst>
            </p:cNvPr>
            <p:cNvSpPr/>
            <p:nvPr/>
          </p:nvSpPr>
          <p:spPr>
            <a:xfrm>
              <a:off x="4509952" y="3807412"/>
              <a:ext cx="252000" cy="252000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lIns="0" tIns="0" rIns="0" bIns="0" rtlCol="0" anchor="ctr" anchorCtr="1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ja-JP" altLang="en-US" sz="600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  <p:sp>
          <p:nvSpPr>
            <p:cNvPr id="143" name="正方形/長方形 142">
              <a:extLst>
                <a:ext uri="{FF2B5EF4-FFF2-40B4-BE49-F238E27FC236}">
                  <a16:creationId xmlns:a16="http://schemas.microsoft.com/office/drawing/2014/main" id="{DD2C8B84-D013-C260-E51C-9586161B3F8F}"/>
                </a:ext>
              </a:extLst>
            </p:cNvPr>
            <p:cNvSpPr/>
            <p:nvPr/>
          </p:nvSpPr>
          <p:spPr>
            <a:xfrm>
              <a:off x="4509952" y="1884466"/>
              <a:ext cx="252000" cy="252000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lIns="0" tIns="0" rIns="0" bIns="0" rtlCol="0" anchor="ctr" anchorCtr="1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ja-JP" altLang="en-US" sz="600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  <p:sp>
          <p:nvSpPr>
            <p:cNvPr id="144" name="正方形/長方形 143">
              <a:extLst>
                <a:ext uri="{FF2B5EF4-FFF2-40B4-BE49-F238E27FC236}">
                  <a16:creationId xmlns:a16="http://schemas.microsoft.com/office/drawing/2014/main" id="{429A6692-0B27-759B-43DE-53BB59EDE152}"/>
                </a:ext>
              </a:extLst>
            </p:cNvPr>
            <p:cNvSpPr/>
            <p:nvPr/>
          </p:nvSpPr>
          <p:spPr>
            <a:xfrm>
              <a:off x="4509952" y="1609759"/>
              <a:ext cx="252000" cy="252000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lIns="0" tIns="0" rIns="0" bIns="0" rtlCol="0" anchor="ctr" anchorCtr="1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ja-JP" altLang="en-US" sz="600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</p:grpSp>
      <p:grpSp>
        <p:nvGrpSpPr>
          <p:cNvPr id="145" name="グループ化 144">
            <a:extLst>
              <a:ext uri="{FF2B5EF4-FFF2-40B4-BE49-F238E27FC236}">
                <a16:creationId xmlns:a16="http://schemas.microsoft.com/office/drawing/2014/main" id="{CA5D29F1-3BD9-EB66-A9AF-776481A17060}"/>
              </a:ext>
            </a:extLst>
          </p:cNvPr>
          <p:cNvGrpSpPr/>
          <p:nvPr/>
        </p:nvGrpSpPr>
        <p:grpSpPr>
          <a:xfrm>
            <a:off x="5489925" y="1581184"/>
            <a:ext cx="252000" cy="2449653"/>
            <a:chOff x="4509952" y="1609759"/>
            <a:chExt cx="252000" cy="2449653"/>
          </a:xfrm>
        </p:grpSpPr>
        <p:sp>
          <p:nvSpPr>
            <p:cNvPr id="146" name="正方形/長方形 145">
              <a:extLst>
                <a:ext uri="{FF2B5EF4-FFF2-40B4-BE49-F238E27FC236}">
                  <a16:creationId xmlns:a16="http://schemas.microsoft.com/office/drawing/2014/main" id="{97468E01-66A3-888B-A34F-955E6A57084B}"/>
                </a:ext>
              </a:extLst>
            </p:cNvPr>
            <p:cNvSpPr/>
            <p:nvPr/>
          </p:nvSpPr>
          <p:spPr>
            <a:xfrm>
              <a:off x="4509952" y="2159173"/>
              <a:ext cx="252000" cy="252000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lIns="0" tIns="0" rIns="0" bIns="0" rtlCol="0" anchor="ctr" anchorCtr="1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ja-JP" altLang="en-US" sz="600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  <p:sp>
          <p:nvSpPr>
            <p:cNvPr id="147" name="正方形/長方形 146">
              <a:extLst>
                <a:ext uri="{FF2B5EF4-FFF2-40B4-BE49-F238E27FC236}">
                  <a16:creationId xmlns:a16="http://schemas.microsoft.com/office/drawing/2014/main" id="{F045422F-DEB0-2828-AC97-600B92FA159C}"/>
                </a:ext>
              </a:extLst>
            </p:cNvPr>
            <p:cNvSpPr/>
            <p:nvPr/>
          </p:nvSpPr>
          <p:spPr>
            <a:xfrm>
              <a:off x="4509952" y="2708587"/>
              <a:ext cx="252000" cy="252000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lIns="0" tIns="0" rIns="0" bIns="0" rtlCol="0" anchor="ctr" anchorCtr="1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ja-JP" altLang="en-US" sz="600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  <p:sp>
          <p:nvSpPr>
            <p:cNvPr id="148" name="正方形/長方形 147">
              <a:extLst>
                <a:ext uri="{FF2B5EF4-FFF2-40B4-BE49-F238E27FC236}">
                  <a16:creationId xmlns:a16="http://schemas.microsoft.com/office/drawing/2014/main" id="{D010351A-B410-EF1C-2409-63F42E781CEC}"/>
                </a:ext>
              </a:extLst>
            </p:cNvPr>
            <p:cNvSpPr/>
            <p:nvPr/>
          </p:nvSpPr>
          <p:spPr>
            <a:xfrm>
              <a:off x="4509952" y="2433880"/>
              <a:ext cx="252000" cy="252000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lIns="0" tIns="0" rIns="0" bIns="0" rtlCol="0" anchor="ctr" anchorCtr="1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ja-JP" altLang="en-US" sz="600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  <p:sp>
          <p:nvSpPr>
            <p:cNvPr id="149" name="正方形/長方形 148">
              <a:extLst>
                <a:ext uri="{FF2B5EF4-FFF2-40B4-BE49-F238E27FC236}">
                  <a16:creationId xmlns:a16="http://schemas.microsoft.com/office/drawing/2014/main" id="{B78E7AB5-7CE6-2D44-BE69-369DF9DFCBE7}"/>
                </a:ext>
              </a:extLst>
            </p:cNvPr>
            <p:cNvSpPr/>
            <p:nvPr/>
          </p:nvSpPr>
          <p:spPr>
            <a:xfrm>
              <a:off x="4509952" y="2983294"/>
              <a:ext cx="252000" cy="252000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lIns="0" tIns="0" rIns="0" bIns="0" rtlCol="0" anchor="ctr" anchorCtr="1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ja-JP" altLang="en-US" sz="600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  <p:sp>
          <p:nvSpPr>
            <p:cNvPr id="150" name="正方形/長方形 149">
              <a:extLst>
                <a:ext uri="{FF2B5EF4-FFF2-40B4-BE49-F238E27FC236}">
                  <a16:creationId xmlns:a16="http://schemas.microsoft.com/office/drawing/2014/main" id="{9EC0EF44-2A89-AFCA-D40C-4652D386877E}"/>
                </a:ext>
              </a:extLst>
            </p:cNvPr>
            <p:cNvSpPr/>
            <p:nvPr/>
          </p:nvSpPr>
          <p:spPr>
            <a:xfrm>
              <a:off x="4509952" y="3258001"/>
              <a:ext cx="252000" cy="252000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lIns="0" tIns="0" rIns="0" bIns="0" rtlCol="0" anchor="ctr" anchorCtr="1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ja-JP" altLang="en-US" sz="600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  <p:sp>
          <p:nvSpPr>
            <p:cNvPr id="151" name="正方形/長方形 150">
              <a:extLst>
                <a:ext uri="{FF2B5EF4-FFF2-40B4-BE49-F238E27FC236}">
                  <a16:creationId xmlns:a16="http://schemas.microsoft.com/office/drawing/2014/main" id="{873F2349-30A0-81A3-C334-32FBDA1426BE}"/>
                </a:ext>
              </a:extLst>
            </p:cNvPr>
            <p:cNvSpPr/>
            <p:nvPr/>
          </p:nvSpPr>
          <p:spPr>
            <a:xfrm>
              <a:off x="4509952" y="3532708"/>
              <a:ext cx="252000" cy="252000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lIns="0" tIns="0" rIns="0" bIns="0" rtlCol="0" anchor="ctr" anchorCtr="1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ja-JP" altLang="en-US" sz="600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  <p:sp>
          <p:nvSpPr>
            <p:cNvPr id="152" name="正方形/長方形 151">
              <a:extLst>
                <a:ext uri="{FF2B5EF4-FFF2-40B4-BE49-F238E27FC236}">
                  <a16:creationId xmlns:a16="http://schemas.microsoft.com/office/drawing/2014/main" id="{89282EA3-E428-E13E-39B6-35F5D0588BA0}"/>
                </a:ext>
              </a:extLst>
            </p:cNvPr>
            <p:cNvSpPr/>
            <p:nvPr/>
          </p:nvSpPr>
          <p:spPr>
            <a:xfrm>
              <a:off x="4509952" y="3807412"/>
              <a:ext cx="252000" cy="252000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lIns="0" tIns="0" rIns="0" bIns="0" rtlCol="0" anchor="ctr" anchorCtr="1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ja-JP" altLang="en-US" sz="600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  <p:sp>
          <p:nvSpPr>
            <p:cNvPr id="153" name="正方形/長方形 152">
              <a:extLst>
                <a:ext uri="{FF2B5EF4-FFF2-40B4-BE49-F238E27FC236}">
                  <a16:creationId xmlns:a16="http://schemas.microsoft.com/office/drawing/2014/main" id="{E651BF19-33BD-88FE-E3F0-5370BB8C5A3D}"/>
                </a:ext>
              </a:extLst>
            </p:cNvPr>
            <p:cNvSpPr/>
            <p:nvPr/>
          </p:nvSpPr>
          <p:spPr>
            <a:xfrm>
              <a:off x="4509952" y="1884466"/>
              <a:ext cx="252000" cy="252000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lIns="0" tIns="0" rIns="0" bIns="0" rtlCol="0" anchor="ctr" anchorCtr="1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ja-JP" altLang="en-US" sz="600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  <p:sp>
          <p:nvSpPr>
            <p:cNvPr id="154" name="正方形/長方形 153">
              <a:extLst>
                <a:ext uri="{FF2B5EF4-FFF2-40B4-BE49-F238E27FC236}">
                  <a16:creationId xmlns:a16="http://schemas.microsoft.com/office/drawing/2014/main" id="{0EF693BE-C597-A4D0-B55B-0EDFA03E90D6}"/>
                </a:ext>
              </a:extLst>
            </p:cNvPr>
            <p:cNvSpPr/>
            <p:nvPr/>
          </p:nvSpPr>
          <p:spPr>
            <a:xfrm>
              <a:off x="4509952" y="1609759"/>
              <a:ext cx="252000" cy="252000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lIns="0" tIns="0" rIns="0" bIns="0" rtlCol="0" anchor="ctr" anchorCtr="1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ja-JP" altLang="en-US" sz="600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</p:grpSp>
      <p:grpSp>
        <p:nvGrpSpPr>
          <p:cNvPr id="155" name="グループ化 154">
            <a:extLst>
              <a:ext uri="{FF2B5EF4-FFF2-40B4-BE49-F238E27FC236}">
                <a16:creationId xmlns:a16="http://schemas.microsoft.com/office/drawing/2014/main" id="{609EC36D-FED2-4DFA-6442-DFF2B76E789B}"/>
              </a:ext>
            </a:extLst>
          </p:cNvPr>
          <p:cNvGrpSpPr/>
          <p:nvPr/>
        </p:nvGrpSpPr>
        <p:grpSpPr>
          <a:xfrm>
            <a:off x="7019688" y="2405305"/>
            <a:ext cx="252000" cy="1625532"/>
            <a:chOff x="4509952" y="2433880"/>
            <a:chExt cx="252000" cy="1625532"/>
          </a:xfrm>
        </p:grpSpPr>
        <p:sp>
          <p:nvSpPr>
            <p:cNvPr id="157" name="正方形/長方形 156">
              <a:extLst>
                <a:ext uri="{FF2B5EF4-FFF2-40B4-BE49-F238E27FC236}">
                  <a16:creationId xmlns:a16="http://schemas.microsoft.com/office/drawing/2014/main" id="{5FC9703D-97AC-F29D-3E2B-1DDF66EBFD37}"/>
                </a:ext>
              </a:extLst>
            </p:cNvPr>
            <p:cNvSpPr/>
            <p:nvPr/>
          </p:nvSpPr>
          <p:spPr>
            <a:xfrm>
              <a:off x="4509952" y="2708587"/>
              <a:ext cx="252000" cy="252000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lIns="0" tIns="0" rIns="0" bIns="0" rtlCol="0" anchor="ctr" anchorCtr="1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ja-JP" altLang="en-US" sz="600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  <p:sp>
          <p:nvSpPr>
            <p:cNvPr id="158" name="正方形/長方形 157">
              <a:extLst>
                <a:ext uri="{FF2B5EF4-FFF2-40B4-BE49-F238E27FC236}">
                  <a16:creationId xmlns:a16="http://schemas.microsoft.com/office/drawing/2014/main" id="{36FD4F2F-B05A-FAB2-76B4-83BD037E8B7C}"/>
                </a:ext>
              </a:extLst>
            </p:cNvPr>
            <p:cNvSpPr/>
            <p:nvPr/>
          </p:nvSpPr>
          <p:spPr>
            <a:xfrm>
              <a:off x="4509952" y="2433880"/>
              <a:ext cx="252000" cy="252000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lIns="0" tIns="0" rIns="0" bIns="0" rtlCol="0" anchor="ctr" anchorCtr="1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ja-JP" altLang="en-US" sz="600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  <p:sp>
          <p:nvSpPr>
            <p:cNvPr id="159" name="正方形/長方形 158">
              <a:extLst>
                <a:ext uri="{FF2B5EF4-FFF2-40B4-BE49-F238E27FC236}">
                  <a16:creationId xmlns:a16="http://schemas.microsoft.com/office/drawing/2014/main" id="{2892F7DB-6967-51BC-E117-C5EC02A6F94D}"/>
                </a:ext>
              </a:extLst>
            </p:cNvPr>
            <p:cNvSpPr/>
            <p:nvPr/>
          </p:nvSpPr>
          <p:spPr>
            <a:xfrm>
              <a:off x="4509952" y="2983294"/>
              <a:ext cx="252000" cy="252000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lIns="0" tIns="0" rIns="0" bIns="0" rtlCol="0" anchor="ctr" anchorCtr="1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ja-JP" altLang="en-US" sz="600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  <p:sp>
          <p:nvSpPr>
            <p:cNvPr id="160" name="正方形/長方形 159">
              <a:extLst>
                <a:ext uri="{FF2B5EF4-FFF2-40B4-BE49-F238E27FC236}">
                  <a16:creationId xmlns:a16="http://schemas.microsoft.com/office/drawing/2014/main" id="{3B242655-2033-A2F3-6CC9-CED09D8D3691}"/>
                </a:ext>
              </a:extLst>
            </p:cNvPr>
            <p:cNvSpPr/>
            <p:nvPr/>
          </p:nvSpPr>
          <p:spPr>
            <a:xfrm>
              <a:off x="4509952" y="3258001"/>
              <a:ext cx="252000" cy="252000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lIns="0" tIns="0" rIns="0" bIns="0" rtlCol="0" anchor="ctr" anchorCtr="1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ja-JP" altLang="en-US" sz="600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  <p:sp>
          <p:nvSpPr>
            <p:cNvPr id="161" name="正方形/長方形 160">
              <a:extLst>
                <a:ext uri="{FF2B5EF4-FFF2-40B4-BE49-F238E27FC236}">
                  <a16:creationId xmlns:a16="http://schemas.microsoft.com/office/drawing/2014/main" id="{2C8AE81D-B135-C487-1C72-F2056168001D}"/>
                </a:ext>
              </a:extLst>
            </p:cNvPr>
            <p:cNvSpPr/>
            <p:nvPr/>
          </p:nvSpPr>
          <p:spPr>
            <a:xfrm>
              <a:off x="4509952" y="3532708"/>
              <a:ext cx="252000" cy="252000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lIns="0" tIns="0" rIns="0" bIns="0" rtlCol="0" anchor="ctr" anchorCtr="1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ja-JP" altLang="en-US" sz="600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  <p:sp>
          <p:nvSpPr>
            <p:cNvPr id="162" name="正方形/長方形 161">
              <a:extLst>
                <a:ext uri="{FF2B5EF4-FFF2-40B4-BE49-F238E27FC236}">
                  <a16:creationId xmlns:a16="http://schemas.microsoft.com/office/drawing/2014/main" id="{E2C79FB7-ABDE-7EC4-F044-81137E459CDE}"/>
                </a:ext>
              </a:extLst>
            </p:cNvPr>
            <p:cNvSpPr/>
            <p:nvPr/>
          </p:nvSpPr>
          <p:spPr>
            <a:xfrm>
              <a:off x="4509952" y="3807412"/>
              <a:ext cx="252000" cy="252000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lIns="0" tIns="0" rIns="0" bIns="0" rtlCol="0" anchor="ctr" anchorCtr="1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ja-JP" altLang="en-US" sz="600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</p:grpSp>
      <p:sp>
        <p:nvSpPr>
          <p:cNvPr id="165" name="正方形/長方形 164">
            <a:extLst>
              <a:ext uri="{FF2B5EF4-FFF2-40B4-BE49-F238E27FC236}">
                <a16:creationId xmlns:a16="http://schemas.microsoft.com/office/drawing/2014/main" id="{6DD9F429-B823-D2A4-DA54-96AE79B5C82D}"/>
              </a:ext>
            </a:extLst>
          </p:cNvPr>
          <p:cNvSpPr/>
          <p:nvPr/>
        </p:nvSpPr>
        <p:spPr>
          <a:xfrm>
            <a:off x="5489199" y="4061157"/>
            <a:ext cx="252000" cy="252000"/>
          </a:xfrm>
          <a:prstGeom prst="rect">
            <a:avLst/>
          </a:prstGeom>
          <a:solidFill>
            <a:schemeClr val="bg1"/>
          </a:solidFill>
          <a:ln w="63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tIns="0" rIns="0" bIns="0" rtlCol="0" anchor="ctr" anchorCtr="1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ja-JP" altLang="en-US" sz="600" dirty="0">
              <a:solidFill>
                <a:schemeClr val="tx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66" name="正方形/長方形 165">
            <a:extLst>
              <a:ext uri="{FF2B5EF4-FFF2-40B4-BE49-F238E27FC236}">
                <a16:creationId xmlns:a16="http://schemas.microsoft.com/office/drawing/2014/main" id="{499AE688-A916-D9F4-3023-54971537D21B}"/>
              </a:ext>
            </a:extLst>
          </p:cNvPr>
          <p:cNvSpPr/>
          <p:nvPr/>
        </p:nvSpPr>
        <p:spPr>
          <a:xfrm>
            <a:off x="6010366" y="4057270"/>
            <a:ext cx="252000" cy="252000"/>
          </a:xfrm>
          <a:prstGeom prst="rect">
            <a:avLst/>
          </a:prstGeom>
          <a:solidFill>
            <a:schemeClr val="bg1"/>
          </a:solidFill>
          <a:ln w="63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tIns="0" rIns="0" bIns="0" rtlCol="0" anchor="ctr" anchorCtr="1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ja-JP" altLang="en-US" sz="600" dirty="0">
              <a:solidFill>
                <a:schemeClr val="tx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68" name="正方形/長方形 167">
            <a:extLst>
              <a:ext uri="{FF2B5EF4-FFF2-40B4-BE49-F238E27FC236}">
                <a16:creationId xmlns:a16="http://schemas.microsoft.com/office/drawing/2014/main" id="{221BEC66-9E63-9DC4-A9D4-3E0C317B4B58}"/>
              </a:ext>
            </a:extLst>
          </p:cNvPr>
          <p:cNvSpPr/>
          <p:nvPr/>
        </p:nvSpPr>
        <p:spPr>
          <a:xfrm>
            <a:off x="714255" y="4604055"/>
            <a:ext cx="252000" cy="252000"/>
          </a:xfrm>
          <a:prstGeom prst="rect">
            <a:avLst/>
          </a:prstGeom>
          <a:solidFill>
            <a:srgbClr val="FF0066"/>
          </a:solidFill>
          <a:ln w="6350">
            <a:solidFill>
              <a:sysClr val="windowText" lastClr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kumimoji="1" lang="ja-JP" altLang="en-US" sz="1100" dirty="0">
              <a:solidFill>
                <a:sysClr val="windowText" lastClr="000000"/>
              </a:solidFill>
            </a:endParaRPr>
          </a:p>
        </p:txBody>
      </p:sp>
      <p:sp>
        <p:nvSpPr>
          <p:cNvPr id="169" name="四角形: 角を丸くする 89">
            <a:extLst>
              <a:ext uri="{FF2B5EF4-FFF2-40B4-BE49-F238E27FC236}">
                <a16:creationId xmlns:a16="http://schemas.microsoft.com/office/drawing/2014/main" id="{9FFABF93-2B1C-ED73-A340-0016911D29E6}"/>
              </a:ext>
            </a:extLst>
          </p:cNvPr>
          <p:cNvSpPr/>
          <p:nvPr/>
        </p:nvSpPr>
        <p:spPr>
          <a:xfrm>
            <a:off x="966255" y="4560123"/>
            <a:ext cx="1030069" cy="333195"/>
          </a:xfrm>
          <a:prstGeom prst="roundRect">
            <a:avLst/>
          </a:prstGeom>
          <a:noFill/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t"/>
          <a:lstStyle/>
          <a:p>
            <a:r>
              <a:rPr lang="ja-JP" altLang="en-US" sz="1100" dirty="0">
                <a:solidFill>
                  <a:sysClr val="windowText" lastClr="000000"/>
                </a:solidFill>
                <a:latin typeface="Meiryo UI"/>
                <a:ea typeface="Meiryo UI"/>
              </a:rPr>
              <a:t>優子学長</a:t>
            </a:r>
            <a:endParaRPr lang="en-US" altLang="ja-JP" dirty="0">
              <a:latin typeface="Meiryo UI"/>
              <a:ea typeface="Meiryo UI"/>
            </a:endParaRPr>
          </a:p>
        </p:txBody>
      </p:sp>
      <p:sp>
        <p:nvSpPr>
          <p:cNvPr id="179" name="正方形/長方形 178">
            <a:extLst>
              <a:ext uri="{FF2B5EF4-FFF2-40B4-BE49-F238E27FC236}">
                <a16:creationId xmlns:a16="http://schemas.microsoft.com/office/drawing/2014/main" id="{97310657-B5BC-EA1D-EDE6-9CC4179D4039}"/>
              </a:ext>
            </a:extLst>
          </p:cNvPr>
          <p:cNvSpPr/>
          <p:nvPr/>
        </p:nvSpPr>
        <p:spPr>
          <a:xfrm>
            <a:off x="8130534" y="4253911"/>
            <a:ext cx="252000" cy="407012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050" dirty="0"/>
              <a:t>階段</a:t>
            </a:r>
          </a:p>
        </p:txBody>
      </p:sp>
      <p:sp>
        <p:nvSpPr>
          <p:cNvPr id="181" name="四角形: 角を丸くする 89">
            <a:extLst>
              <a:ext uri="{FF2B5EF4-FFF2-40B4-BE49-F238E27FC236}">
                <a16:creationId xmlns:a16="http://schemas.microsoft.com/office/drawing/2014/main" id="{37F219DD-0242-4792-5970-D7706596EFA3}"/>
              </a:ext>
            </a:extLst>
          </p:cNvPr>
          <p:cNvSpPr/>
          <p:nvPr/>
        </p:nvSpPr>
        <p:spPr>
          <a:xfrm>
            <a:off x="514633" y="5995494"/>
            <a:ext cx="1933311" cy="500556"/>
          </a:xfrm>
          <a:prstGeom prst="roundRect">
            <a:avLst/>
          </a:prstGeom>
          <a:noFill/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t"/>
          <a:lstStyle/>
          <a:p>
            <a:r>
              <a:rPr lang="en-US" altLang="ja-JP" sz="1100" dirty="0">
                <a:solidFill>
                  <a:sysClr val="windowText" lastClr="000000"/>
                </a:solidFill>
                <a:latin typeface="Meiryo UI"/>
                <a:ea typeface="Meiryo UI"/>
              </a:rPr>
              <a:t>53</a:t>
            </a:r>
            <a:r>
              <a:rPr lang="ja-JP" altLang="en-US" sz="1100" dirty="0">
                <a:solidFill>
                  <a:sysClr val="windowText" lastClr="000000"/>
                </a:solidFill>
                <a:latin typeface="Meiryo UI"/>
                <a:ea typeface="Meiryo UI"/>
              </a:rPr>
              <a:t>席＋学長席・総合司会席</a:t>
            </a:r>
            <a:endParaRPr lang="en-US" altLang="ja-JP" dirty="0">
              <a:latin typeface="Meiryo UI"/>
              <a:ea typeface="Meiryo UI"/>
            </a:endParaRPr>
          </a:p>
        </p:txBody>
      </p:sp>
      <p:sp>
        <p:nvSpPr>
          <p:cNvPr id="182" name="正方形/長方形 181">
            <a:extLst>
              <a:ext uri="{FF2B5EF4-FFF2-40B4-BE49-F238E27FC236}">
                <a16:creationId xmlns:a16="http://schemas.microsoft.com/office/drawing/2014/main" id="{0D50482D-38C2-D0E4-B753-562D81EA7D50}"/>
              </a:ext>
            </a:extLst>
          </p:cNvPr>
          <p:cNvSpPr/>
          <p:nvPr/>
        </p:nvSpPr>
        <p:spPr>
          <a:xfrm>
            <a:off x="8130534" y="3673195"/>
            <a:ext cx="577380" cy="407012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050" dirty="0"/>
          </a:p>
        </p:txBody>
      </p:sp>
      <p:sp>
        <p:nvSpPr>
          <p:cNvPr id="183" name="吹き出し: 線 (強調線付き) 182">
            <a:extLst>
              <a:ext uri="{FF2B5EF4-FFF2-40B4-BE49-F238E27FC236}">
                <a16:creationId xmlns:a16="http://schemas.microsoft.com/office/drawing/2014/main" id="{B2EA0B8C-27AB-7F71-E78A-CD60926C1829}"/>
              </a:ext>
            </a:extLst>
          </p:cNvPr>
          <p:cNvSpPr/>
          <p:nvPr/>
        </p:nvSpPr>
        <p:spPr>
          <a:xfrm>
            <a:off x="9018193" y="4050405"/>
            <a:ext cx="1806589" cy="407012"/>
          </a:xfrm>
          <a:prstGeom prst="accentCallout1">
            <a:avLst>
              <a:gd name="adj1" fmla="val 18750"/>
              <a:gd name="adj2" fmla="val -1842"/>
              <a:gd name="adj3" fmla="val -39615"/>
              <a:gd name="adj4" fmla="val -33612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100" dirty="0"/>
              <a:t>88</a:t>
            </a:r>
            <a:r>
              <a:rPr kumimoji="1" lang="ja-JP" altLang="en-US" sz="1100" dirty="0"/>
              <a:t>感門のみ：楽器置き場</a:t>
            </a: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B7C9AEEA-5795-E838-A001-6B3AC5793BC9}"/>
              </a:ext>
            </a:extLst>
          </p:cNvPr>
          <p:cNvSpPr txBox="1"/>
          <p:nvPr/>
        </p:nvSpPr>
        <p:spPr>
          <a:xfrm>
            <a:off x="4945193" y="1978324"/>
            <a:ext cx="2296809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b="1" dirty="0"/>
              <a:t>全席自由席。</a:t>
            </a:r>
            <a:endParaRPr kumimoji="1" lang="en-US" altLang="ja-JP" b="1" dirty="0"/>
          </a:p>
          <a:p>
            <a:r>
              <a:rPr lang="ja-JP" altLang="en-US" b="1" dirty="0"/>
              <a:t>人数の関係上</a:t>
            </a:r>
            <a:endParaRPr lang="en-US" altLang="ja-JP" b="1" dirty="0"/>
          </a:p>
          <a:p>
            <a:r>
              <a:rPr lang="ja-JP" altLang="en-US" b="1" dirty="0"/>
              <a:t>立ち見もあり。</a:t>
            </a:r>
            <a:endParaRPr lang="en-US" altLang="ja-JP" b="1" dirty="0"/>
          </a:p>
          <a:p>
            <a:endParaRPr lang="en-US" altLang="ja-JP" b="1" dirty="0"/>
          </a:p>
          <a:p>
            <a:r>
              <a:rPr kumimoji="1" lang="ja-JP" altLang="en-US" b="1" dirty="0"/>
              <a:t>ゆっくり見たい方は</a:t>
            </a:r>
            <a:r>
              <a:rPr kumimoji="1" lang="en-US" altLang="ja-JP" b="1" dirty="0"/>
              <a:t>2F</a:t>
            </a:r>
            <a:r>
              <a:rPr kumimoji="1" lang="ja-JP" altLang="en-US" b="1" dirty="0"/>
              <a:t>学林堂で。</a:t>
            </a:r>
          </a:p>
        </p:txBody>
      </p:sp>
    </p:spTree>
    <p:extLst>
      <p:ext uri="{BB962C8B-B14F-4D97-AF65-F5344CB8AC3E}">
        <p14:creationId xmlns:p14="http://schemas.microsoft.com/office/powerpoint/2010/main" val="234338298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4990</TotalTime>
  <Words>273</Words>
  <Application>Microsoft Office PowerPoint</Application>
  <PresentationFormat>ワイド画面</PresentationFormat>
  <Paragraphs>159</Paragraphs>
  <Slides>4</Slides>
  <Notes>1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5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4</vt:i4>
      </vt:variant>
    </vt:vector>
  </HeadingPairs>
  <TitlesOfParts>
    <vt:vector size="10" baseType="lpstr">
      <vt:lpstr>Meiryo UI</vt:lpstr>
      <vt:lpstr>ＭＳ Ｐゴシック</vt:lpstr>
      <vt:lpstr>游ゴシック</vt:lpstr>
      <vt:lpstr>游ゴシック Light</vt:lpstr>
      <vt:lpstr>Arial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Kinugasa Junko</dc:creator>
  <cp:lastModifiedBy>Hiroshi Murai</cp:lastModifiedBy>
  <cp:revision>542</cp:revision>
  <cp:lastPrinted>2025-08-30T07:44:49Z</cp:lastPrinted>
  <dcterms:created xsi:type="dcterms:W3CDTF">2021-09-24T03:44:46Z</dcterms:created>
  <dcterms:modified xsi:type="dcterms:W3CDTF">2025-09-05T10:29:50Z</dcterms:modified>
</cp:coreProperties>
</file>