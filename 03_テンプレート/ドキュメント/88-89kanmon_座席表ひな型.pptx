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0066"/>
    <a:srgbClr val="660066"/>
    <a:srgbClr val="D0CECE"/>
    <a:srgbClr val="FFFF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73117-21F7-4E97-B228-AB713873252A}" v="7" dt="2025-03-13T08:13:12.341"/>
    <p1510:client id="{546294F4-EAE2-43E0-93AB-F1F0364653B1}" v="386" dt="2025-03-13T22:44:13.988"/>
    <p1510:client id="{670D0569-953B-4DE8-9DB5-B415E31C5227}" v="28" dt="2025-03-13T05:30:14.653"/>
    <p1510:client id="{A72822FF-690F-4B03-92A0-2B41DC79C0CA}" v="376" dt="2025-03-13T23:16:20.355"/>
    <p1510:client id="{E5288880-F3B5-4D62-85EE-F6B695D020F4}" v="58" dt="2025-03-13T15:09:57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38"/>
  </p:normalViewPr>
  <p:slideViewPr>
    <p:cSldViewPr snapToGrid="0">
      <p:cViewPr varScale="1">
        <p:scale>
          <a:sx n="101" d="100"/>
          <a:sy n="101" d="100"/>
        </p:scale>
        <p:origin x="11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omi ichikura" userId="sVnQKTKxsUv9D1Ca1yrTwa8SHlrPpxzrg7NR9E8U7XE=" providerId="None" clId="Web-{09B73117-21F7-4E97-B228-AB713873252A}"/>
    <pc:docChg chg="modSld sldOrd">
      <pc:chgData name="hiromi ichikura" userId="sVnQKTKxsUv9D1Ca1yrTwa8SHlrPpxzrg7NR9E8U7XE=" providerId="None" clId="Web-{09B73117-21F7-4E97-B228-AB713873252A}" dt="2025-03-13T08:13:12.341" v="6" actId="1076"/>
      <pc:docMkLst>
        <pc:docMk/>
      </pc:docMkLst>
      <pc:sldChg chg="ord">
        <pc:chgData name="hiromi ichikura" userId="sVnQKTKxsUv9D1Ca1yrTwa8SHlrPpxzrg7NR9E8U7XE=" providerId="None" clId="Web-{09B73117-21F7-4E97-B228-AB713873252A}" dt="2025-03-13T08:12:22.886" v="0"/>
        <pc:sldMkLst>
          <pc:docMk/>
          <pc:sldMk cId="4060142715" sldId="270"/>
        </pc:sldMkLst>
      </pc:sldChg>
      <pc:sldChg chg="modSp">
        <pc:chgData name="hiromi ichikura" userId="sVnQKTKxsUv9D1Ca1yrTwa8SHlrPpxzrg7NR9E8U7XE=" providerId="None" clId="Web-{09B73117-21F7-4E97-B228-AB713873252A}" dt="2025-03-13T08:13:12.341" v="6" actId="1076"/>
        <pc:sldMkLst>
          <pc:docMk/>
          <pc:sldMk cId="1156776606" sldId="271"/>
        </pc:sldMkLst>
        <pc:spChg chg="mod">
          <ac:chgData name="hiromi ichikura" userId="sVnQKTKxsUv9D1Ca1yrTwa8SHlrPpxzrg7NR9E8U7XE=" providerId="None" clId="Web-{09B73117-21F7-4E97-B228-AB713873252A}" dt="2025-03-13T08:13:12.341" v="6" actId="1076"/>
          <ac:spMkLst>
            <pc:docMk/>
            <pc:sldMk cId="1156776606" sldId="271"/>
            <ac:spMk id="117" creationId="{9CC7B1DF-1141-2C11-38A4-C810F298FEBB}"/>
          </ac:spMkLst>
        </pc:spChg>
        <pc:spChg chg="mod">
          <ac:chgData name="hiromi ichikura" userId="sVnQKTKxsUv9D1Ca1yrTwa8SHlrPpxzrg7NR9E8U7XE=" providerId="None" clId="Web-{09B73117-21F7-4E97-B228-AB713873252A}" dt="2025-03-13T08:13:03.153" v="4"/>
          <ac:spMkLst>
            <pc:docMk/>
            <pc:sldMk cId="1156776606" sldId="271"/>
            <ac:spMk id="218" creationId="{6FBE4CF0-E889-8CE4-1EC1-77F44B49C4CD}"/>
          </ac:spMkLst>
        </pc:spChg>
        <pc:spChg chg="mod">
          <ac:chgData name="hiromi ichikura" userId="sVnQKTKxsUv9D1Ca1yrTwa8SHlrPpxzrg7NR9E8U7XE=" providerId="None" clId="Web-{09B73117-21F7-4E97-B228-AB713873252A}" dt="2025-03-13T08:12:52.372" v="2"/>
          <ac:spMkLst>
            <pc:docMk/>
            <pc:sldMk cId="1156776606" sldId="271"/>
            <ac:spMk id="220" creationId="{B2478E15-AEFB-7C13-D43E-3FA4245E0B3E}"/>
          </ac:spMkLst>
        </pc:spChg>
        <pc:spChg chg="mod">
          <ac:chgData name="hiromi ichikura" userId="sVnQKTKxsUv9D1Ca1yrTwa8SHlrPpxzrg7NR9E8U7XE=" providerId="None" clId="Web-{09B73117-21F7-4E97-B228-AB713873252A}" dt="2025-03-13T08:13:07.247" v="5"/>
          <ac:spMkLst>
            <pc:docMk/>
            <pc:sldMk cId="1156776606" sldId="271"/>
            <ac:spMk id="222" creationId="{832F9962-45BA-DC5B-4725-2141D1EB16D9}"/>
          </ac:spMkLst>
        </pc:spChg>
        <pc:spChg chg="mod">
          <ac:chgData name="hiromi ichikura" userId="sVnQKTKxsUv9D1Ca1yrTwa8SHlrPpxzrg7NR9E8U7XE=" providerId="None" clId="Web-{09B73117-21F7-4E97-B228-AB713873252A}" dt="2025-03-13T08:12:57.044" v="3"/>
          <ac:spMkLst>
            <pc:docMk/>
            <pc:sldMk cId="1156776606" sldId="271"/>
            <ac:spMk id="226" creationId="{1E0EBFBD-618E-A570-D443-FAD6751E06C0}"/>
          </ac:spMkLst>
        </pc:spChg>
      </pc:sldChg>
    </pc:docChg>
  </pc:docChgLst>
  <pc:docChgLst>
    <pc:chgData name="hiromi ichikura" userId="sVnQKTKxsUv9D1Ca1yrTwa8SHlrPpxzrg7NR9E8U7XE=" providerId="None" clId="Web-{E5288880-F3B5-4D62-85EE-F6B695D020F4}"/>
    <pc:docChg chg="delSld modSld">
      <pc:chgData name="hiromi ichikura" userId="sVnQKTKxsUv9D1Ca1yrTwa8SHlrPpxzrg7NR9E8U7XE=" providerId="None" clId="Web-{E5288880-F3B5-4D62-85EE-F6B695D020F4}" dt="2025-03-13T15:09:57.340" v="50"/>
      <pc:docMkLst>
        <pc:docMk/>
      </pc:docMkLst>
      <pc:sldChg chg="addSp delSp modSp">
        <pc:chgData name="hiromi ichikura" userId="sVnQKTKxsUv9D1Ca1yrTwa8SHlrPpxzrg7NR9E8U7XE=" providerId="None" clId="Web-{E5288880-F3B5-4D62-85EE-F6B695D020F4}" dt="2025-03-13T15:09:57.340" v="50"/>
        <pc:sldMkLst>
          <pc:docMk/>
          <pc:sldMk cId="2343382988" sldId="268"/>
        </pc:sldMkLst>
        <pc:spChg chg="mod">
          <ac:chgData name="hiromi ichikura" userId="sVnQKTKxsUv9D1Ca1yrTwa8SHlrPpxzrg7NR9E8U7XE=" providerId="None" clId="Web-{E5288880-F3B5-4D62-85EE-F6B695D020F4}" dt="2025-03-13T15:08:56.275" v="36" actId="20577"/>
          <ac:spMkLst>
            <pc:docMk/>
            <pc:sldMk cId="2343382988" sldId="268"/>
            <ac:spMk id="4" creationId="{46D0332A-3741-30D7-FC3E-32D9748AB056}"/>
          </ac:spMkLst>
        </pc:spChg>
        <pc:graphicFrameChg chg="mod modGraphic">
          <ac:chgData name="hiromi ichikura" userId="sVnQKTKxsUv9D1Ca1yrTwa8SHlrPpxzrg7NR9E8U7XE=" providerId="None" clId="Web-{E5288880-F3B5-4D62-85EE-F6B695D020F4}" dt="2025-03-13T15:08:06.477" v="9"/>
          <ac:graphicFrameMkLst>
            <pc:docMk/>
            <pc:sldMk cId="2343382988" sldId="268"/>
            <ac:graphicFrameMk id="17" creationId="{F36999E8-EFCB-BF97-4812-48A3D0BBABE2}"/>
          </ac:graphicFrameMkLst>
        </pc:graphicFrameChg>
        <pc:picChg chg="add del mod">
          <ac:chgData name="hiromi ichikura" userId="sVnQKTKxsUv9D1Ca1yrTwa8SHlrPpxzrg7NR9E8U7XE=" providerId="None" clId="Web-{E5288880-F3B5-4D62-85EE-F6B695D020F4}" dt="2025-03-13T15:09:57.340" v="50"/>
          <ac:picMkLst>
            <pc:docMk/>
            <pc:sldMk cId="2343382988" sldId="268"/>
            <ac:picMk id="10" creationId="{8322A920-66A5-EB18-B229-94B7F43BCD02}"/>
          </ac:picMkLst>
        </pc:picChg>
        <pc:picChg chg="add del mod">
          <ac:chgData name="hiromi ichikura" userId="sVnQKTKxsUv9D1Ca1yrTwa8SHlrPpxzrg7NR9E8U7XE=" providerId="None" clId="Web-{E5288880-F3B5-4D62-85EE-F6B695D020F4}" dt="2025-03-13T15:09:54.277" v="49"/>
          <ac:picMkLst>
            <pc:docMk/>
            <pc:sldMk cId="2343382988" sldId="268"/>
            <ac:picMk id="41" creationId="{AAFA78F6-D5B0-1BFC-CAAD-6591A4CD06F1}"/>
          </ac:picMkLst>
        </pc:picChg>
      </pc:sldChg>
      <pc:sldChg chg="del">
        <pc:chgData name="hiromi ichikura" userId="sVnQKTKxsUv9D1Ca1yrTwa8SHlrPpxzrg7NR9E8U7XE=" providerId="None" clId="Web-{E5288880-F3B5-4D62-85EE-F6B695D020F4}" dt="2025-03-13T15:08:34.181" v="32"/>
        <pc:sldMkLst>
          <pc:docMk/>
          <pc:sldMk cId="4060142715" sldId="270"/>
        </pc:sldMkLst>
      </pc:sldChg>
      <pc:sldChg chg="delSp modSp">
        <pc:chgData name="hiromi ichikura" userId="sVnQKTKxsUv9D1Ca1yrTwa8SHlrPpxzrg7NR9E8U7XE=" providerId="None" clId="Web-{E5288880-F3B5-4D62-85EE-F6B695D020F4}" dt="2025-03-13T15:09:23.026" v="44"/>
        <pc:sldMkLst>
          <pc:docMk/>
          <pc:sldMk cId="1156776606" sldId="271"/>
        </pc:sldMkLst>
        <pc:spChg chg="mod">
          <ac:chgData name="hiromi ichikura" userId="sVnQKTKxsUv9D1Ca1yrTwa8SHlrPpxzrg7NR9E8U7XE=" providerId="None" clId="Web-{E5288880-F3B5-4D62-85EE-F6B695D020F4}" dt="2025-03-13T15:09:19.917" v="42" actId="20577"/>
          <ac:spMkLst>
            <pc:docMk/>
            <pc:sldMk cId="1156776606" sldId="271"/>
            <ac:spMk id="4" creationId="{029B5B4C-9CF3-7FEA-B84A-EFF379068214}"/>
          </ac:spMkLst>
        </pc:spChg>
        <pc:spChg chg="del">
          <ac:chgData name="hiromi ichikura" userId="sVnQKTKxsUv9D1Ca1yrTwa8SHlrPpxzrg7NR9E8U7XE=" providerId="None" clId="Web-{E5288880-F3B5-4D62-85EE-F6B695D020F4}" dt="2025-03-13T15:09:21.776" v="43"/>
          <ac:spMkLst>
            <pc:docMk/>
            <pc:sldMk cId="1156776606" sldId="271"/>
            <ac:spMk id="91" creationId="{386AA05A-F84F-8270-D5A5-EA136032AF33}"/>
          </ac:spMkLst>
        </pc:spChg>
        <pc:spChg chg="del">
          <ac:chgData name="hiromi ichikura" userId="sVnQKTKxsUv9D1Ca1yrTwa8SHlrPpxzrg7NR9E8U7XE=" providerId="None" clId="Web-{E5288880-F3B5-4D62-85EE-F6B695D020F4}" dt="2025-03-13T15:09:23.026" v="44"/>
          <ac:spMkLst>
            <pc:docMk/>
            <pc:sldMk cId="1156776606" sldId="271"/>
            <ac:spMk id="113" creationId="{707C024F-8789-804C-FC96-461A1BC1566B}"/>
          </ac:spMkLst>
        </pc:spChg>
        <pc:spChg chg="mod">
          <ac:chgData name="hiromi ichikura" userId="sVnQKTKxsUv9D1Ca1yrTwa8SHlrPpxzrg7NR9E8U7XE=" providerId="None" clId="Web-{E5288880-F3B5-4D62-85EE-F6B695D020F4}" dt="2025-03-13T15:08:43.837" v="34"/>
          <ac:spMkLst>
            <pc:docMk/>
            <pc:sldMk cId="1156776606" sldId="271"/>
            <ac:spMk id="224" creationId="{C42C990A-E8CD-BEA2-6475-DD738CEA4556}"/>
          </ac:spMkLst>
        </pc:spChg>
        <pc:graphicFrameChg chg="mod modGraphic">
          <ac:chgData name="hiromi ichikura" userId="sVnQKTKxsUv9D1Ca1yrTwa8SHlrPpxzrg7NR9E8U7XE=" providerId="None" clId="Web-{E5288880-F3B5-4D62-85EE-F6B695D020F4}" dt="2025-03-13T15:08:32.040" v="31"/>
          <ac:graphicFrameMkLst>
            <pc:docMk/>
            <pc:sldMk cId="1156776606" sldId="271"/>
            <ac:graphicFrameMk id="7" creationId="{57DB5C99-6D73-4C1A-F60F-EE9DA3199696}"/>
          </ac:graphicFrameMkLst>
        </pc:graphicFrameChg>
      </pc:sldChg>
      <pc:sldChg chg="delSp modSp">
        <pc:chgData name="hiromi ichikura" userId="sVnQKTKxsUv9D1Ca1yrTwa8SHlrPpxzrg7NR9E8U7XE=" providerId="None" clId="Web-{E5288880-F3B5-4D62-85EE-F6B695D020F4}" dt="2025-03-13T15:09:15.214" v="40" actId="20577"/>
        <pc:sldMkLst>
          <pc:docMk/>
          <pc:sldMk cId="611868077" sldId="272"/>
        </pc:sldMkLst>
        <pc:spChg chg="mod">
          <ac:chgData name="hiromi ichikura" userId="sVnQKTKxsUv9D1Ca1yrTwa8SHlrPpxzrg7NR9E8U7XE=" providerId="None" clId="Web-{E5288880-F3B5-4D62-85EE-F6B695D020F4}" dt="2025-03-13T15:09:15.214" v="40" actId="20577"/>
          <ac:spMkLst>
            <pc:docMk/>
            <pc:sldMk cId="611868077" sldId="272"/>
            <ac:spMk id="4" creationId="{46D0332A-3741-30D7-FC3E-32D9748AB056}"/>
          </ac:spMkLst>
        </pc:spChg>
        <pc:spChg chg="del">
          <ac:chgData name="hiromi ichikura" userId="sVnQKTKxsUv9D1Ca1yrTwa8SHlrPpxzrg7NR9E8U7XE=" providerId="None" clId="Web-{E5288880-F3B5-4D62-85EE-F6B695D020F4}" dt="2025-03-13T15:09:10.182" v="37"/>
          <ac:spMkLst>
            <pc:docMk/>
            <pc:sldMk cId="611868077" sldId="272"/>
            <ac:spMk id="91" creationId="{96C9D5CF-9F53-7666-5F61-E724F79F4C98}"/>
          </ac:spMkLst>
        </pc:spChg>
        <pc:spChg chg="del">
          <ac:chgData name="hiromi ichikura" userId="sVnQKTKxsUv9D1Ca1yrTwa8SHlrPpxzrg7NR9E8U7XE=" providerId="None" clId="Web-{E5288880-F3B5-4D62-85EE-F6B695D020F4}" dt="2025-03-13T15:09:12.182" v="38"/>
          <ac:spMkLst>
            <pc:docMk/>
            <pc:sldMk cId="611868077" sldId="272"/>
            <ac:spMk id="113" creationId="{ACEE31E9-0039-F6C9-63A8-12F42964ECBB}"/>
          </ac:spMkLst>
        </pc:spChg>
        <pc:graphicFrameChg chg="mod modGraphic">
          <ac:chgData name="hiromi ichikura" userId="sVnQKTKxsUv9D1Ca1yrTwa8SHlrPpxzrg7NR9E8U7XE=" providerId="None" clId="Web-{E5288880-F3B5-4D62-85EE-F6B695D020F4}" dt="2025-03-13T15:08:19.993" v="21"/>
          <ac:graphicFrameMkLst>
            <pc:docMk/>
            <pc:sldMk cId="611868077" sldId="272"/>
            <ac:graphicFrameMk id="6" creationId="{E36B55FB-435E-E48C-61FE-970C0DDAADD2}"/>
          </ac:graphicFrameMkLst>
        </pc:graphicFrameChg>
      </pc:sldChg>
    </pc:docChg>
  </pc:docChgLst>
  <pc:docChgLst>
    <pc:chgData name="hiromi ichikura" userId="sVnQKTKxsUv9D1Ca1yrTwa8SHlrPpxzrg7NR9E8U7XE=" providerId="None" clId="Web-{546294F4-EAE2-43E0-93AB-F1F0364653B1}"/>
    <pc:docChg chg="modSld">
      <pc:chgData name="hiromi ichikura" userId="sVnQKTKxsUv9D1Ca1yrTwa8SHlrPpxzrg7NR9E8U7XE=" providerId="None" clId="Web-{546294F4-EAE2-43E0-93AB-F1F0364653B1}" dt="2025-03-13T22:44:13.988" v="343" actId="20577"/>
      <pc:docMkLst>
        <pc:docMk/>
      </pc:docMkLst>
      <pc:sldChg chg="addSp delSp modSp">
        <pc:chgData name="hiromi ichikura" userId="sVnQKTKxsUv9D1Ca1yrTwa8SHlrPpxzrg7NR9E8U7XE=" providerId="None" clId="Web-{546294F4-EAE2-43E0-93AB-F1F0364653B1}" dt="2025-03-13T22:44:13.988" v="343" actId="20577"/>
        <pc:sldMkLst>
          <pc:docMk/>
          <pc:sldMk cId="2343382988" sldId="268"/>
        </pc:sldMkLst>
        <pc:spChg chg="add del mod">
          <ac:chgData name="hiromi ichikura" userId="sVnQKTKxsUv9D1Ca1yrTwa8SHlrPpxzrg7NR9E8U7XE=" providerId="None" clId="Web-{546294F4-EAE2-43E0-93AB-F1F0364653B1}" dt="2025-03-13T22:28:32.826" v="86"/>
          <ac:spMkLst>
            <pc:docMk/>
            <pc:sldMk cId="2343382988" sldId="268"/>
            <ac:spMk id="3" creationId="{E904BC6F-BC5D-B52A-8AD7-714D70D4BCD4}"/>
          </ac:spMkLst>
        </pc:spChg>
        <pc:spChg chg="del">
          <ac:chgData name="hiromi ichikura" userId="sVnQKTKxsUv9D1Ca1yrTwa8SHlrPpxzrg7NR9E8U7XE=" providerId="None" clId="Web-{546294F4-EAE2-43E0-93AB-F1F0364653B1}" dt="2025-03-13T22:28:03.185" v="67"/>
          <ac:spMkLst>
            <pc:docMk/>
            <pc:sldMk cId="2343382988" sldId="268"/>
            <ac:spMk id="4" creationId="{46D0332A-3741-30D7-FC3E-32D9748AB056}"/>
          </ac:spMkLst>
        </pc:spChg>
        <pc:spChg chg="mod">
          <ac:chgData name="hiromi ichikura" userId="sVnQKTKxsUv9D1Ca1yrTwa8SHlrPpxzrg7NR9E8U7XE=" providerId="None" clId="Web-{546294F4-EAE2-43E0-93AB-F1F0364653B1}" dt="2025-03-13T22:29:41.609" v="110" actId="20577"/>
          <ac:spMkLst>
            <pc:docMk/>
            <pc:sldMk cId="2343382988" sldId="268"/>
            <ac:spMk id="5" creationId="{3E9C916D-6620-44A8-889B-BA408B2716C0}"/>
          </ac:spMkLst>
        </pc:spChg>
        <pc:spChg chg="add mod">
          <ac:chgData name="hiromi ichikura" userId="sVnQKTKxsUv9D1Ca1yrTwa8SHlrPpxzrg7NR9E8U7XE=" providerId="None" clId="Web-{546294F4-EAE2-43E0-93AB-F1F0364653B1}" dt="2025-03-13T22:30:11.755" v="117" actId="1076"/>
          <ac:spMkLst>
            <pc:docMk/>
            <pc:sldMk cId="2343382988" sldId="268"/>
            <ac:spMk id="10" creationId="{5F21E3C4-85A2-304E-B4A6-89A971524278}"/>
          </ac:spMkLst>
        </pc:spChg>
        <pc:spChg chg="add del mod">
          <ac:chgData name="hiromi ichikura" userId="sVnQKTKxsUv9D1Ca1yrTwa8SHlrPpxzrg7NR9E8U7XE=" providerId="None" clId="Web-{546294F4-EAE2-43E0-93AB-F1F0364653B1}" dt="2025-03-13T22:29:19.484" v="101" actId="20577"/>
          <ac:spMkLst>
            <pc:docMk/>
            <pc:sldMk cId="2343382988" sldId="268"/>
            <ac:spMk id="11" creationId="{C0BA7C3D-290C-4B1C-0463-8D9E07D56DAB}"/>
          </ac:spMkLst>
        </pc:spChg>
        <pc:spChg chg="del">
          <ac:chgData name="hiromi ichikura" userId="sVnQKTKxsUv9D1Ca1yrTwa8SHlrPpxzrg7NR9E8U7XE=" providerId="None" clId="Web-{546294F4-EAE2-43E0-93AB-F1F0364653B1}" dt="2025-03-13T22:27:18.965" v="42"/>
          <ac:spMkLst>
            <pc:docMk/>
            <pc:sldMk cId="2343382988" sldId="268"/>
            <ac:spMk id="12" creationId="{1C5F38A2-377E-13D2-C590-945B36E939DA}"/>
          </ac:spMkLst>
        </pc:spChg>
        <pc:spChg chg="del">
          <ac:chgData name="hiromi ichikura" userId="sVnQKTKxsUv9D1Ca1yrTwa8SHlrPpxzrg7NR9E8U7XE=" providerId="None" clId="Web-{546294F4-EAE2-43E0-93AB-F1F0364653B1}" dt="2025-03-13T22:27:18.965" v="41"/>
          <ac:spMkLst>
            <pc:docMk/>
            <pc:sldMk cId="2343382988" sldId="268"/>
            <ac:spMk id="13" creationId="{6836C801-673F-2DE2-87A6-BA2C03DF6D7C}"/>
          </ac:spMkLst>
        </pc:spChg>
        <pc:spChg chg="del mod">
          <ac:chgData name="hiromi ichikura" userId="sVnQKTKxsUv9D1Ca1yrTwa8SHlrPpxzrg7NR9E8U7XE=" providerId="None" clId="Web-{546294F4-EAE2-43E0-93AB-F1F0364653B1}" dt="2025-03-13T22:28:14.467" v="78"/>
          <ac:spMkLst>
            <pc:docMk/>
            <pc:sldMk cId="2343382988" sldId="268"/>
            <ac:spMk id="18" creationId="{E244CD9D-3D04-2D9C-D4EB-E3E92A1F4BD2}"/>
          </ac:spMkLst>
        </pc:spChg>
        <pc:spChg chg="del">
          <ac:chgData name="hiromi ichikura" userId="sVnQKTKxsUv9D1Ca1yrTwa8SHlrPpxzrg7NR9E8U7XE=" providerId="None" clId="Web-{546294F4-EAE2-43E0-93AB-F1F0364653B1}" dt="2025-03-13T22:27:15.449" v="36"/>
          <ac:spMkLst>
            <pc:docMk/>
            <pc:sldMk cId="2343382988" sldId="268"/>
            <ac:spMk id="19" creationId="{101DCE30-29F0-95ED-3ACD-6D1F7E269899}"/>
          </ac:spMkLst>
        </pc:spChg>
        <pc:spChg chg="del">
          <ac:chgData name="hiromi ichikura" userId="sVnQKTKxsUv9D1Ca1yrTwa8SHlrPpxzrg7NR9E8U7XE=" providerId="None" clId="Web-{546294F4-EAE2-43E0-93AB-F1F0364653B1}" dt="2025-03-13T22:27:15.449" v="35"/>
          <ac:spMkLst>
            <pc:docMk/>
            <pc:sldMk cId="2343382988" sldId="268"/>
            <ac:spMk id="20" creationId="{DF776D25-8BBB-09D9-8504-F6B30CB253BF}"/>
          </ac:spMkLst>
        </pc:spChg>
        <pc:spChg chg="del">
          <ac:chgData name="hiromi ichikura" userId="sVnQKTKxsUv9D1Ca1yrTwa8SHlrPpxzrg7NR9E8U7XE=" providerId="None" clId="Web-{546294F4-EAE2-43E0-93AB-F1F0364653B1}" dt="2025-03-13T22:27:18.965" v="40"/>
          <ac:spMkLst>
            <pc:docMk/>
            <pc:sldMk cId="2343382988" sldId="268"/>
            <ac:spMk id="21" creationId="{01869A8F-E5DA-8261-5361-2F3DD4DAD8BD}"/>
          </ac:spMkLst>
        </pc:spChg>
        <pc:spChg chg="del">
          <ac:chgData name="hiromi ichikura" userId="sVnQKTKxsUv9D1Ca1yrTwa8SHlrPpxzrg7NR9E8U7XE=" providerId="None" clId="Web-{546294F4-EAE2-43E0-93AB-F1F0364653B1}" dt="2025-03-13T22:27:18.965" v="39"/>
          <ac:spMkLst>
            <pc:docMk/>
            <pc:sldMk cId="2343382988" sldId="268"/>
            <ac:spMk id="22" creationId="{63CAFE61-513C-7217-EA99-9A3A3851BC9A}"/>
          </ac:spMkLst>
        </pc:spChg>
        <pc:spChg chg="del">
          <ac:chgData name="hiromi ichikura" userId="sVnQKTKxsUv9D1Ca1yrTwa8SHlrPpxzrg7NR9E8U7XE=" providerId="None" clId="Web-{546294F4-EAE2-43E0-93AB-F1F0364653B1}" dt="2025-03-13T22:26:29.761" v="0"/>
          <ac:spMkLst>
            <pc:docMk/>
            <pc:sldMk cId="2343382988" sldId="268"/>
            <ac:spMk id="26" creationId="{8557E087-929B-40D2-12F2-E2BB4963E463}"/>
          </ac:spMkLst>
        </pc:spChg>
        <pc:spChg chg="del">
          <ac:chgData name="hiromi ichikura" userId="sVnQKTKxsUv9D1Ca1yrTwa8SHlrPpxzrg7NR9E8U7XE=" providerId="None" clId="Web-{546294F4-EAE2-43E0-93AB-F1F0364653B1}" dt="2025-03-13T22:27:18.965" v="48"/>
          <ac:spMkLst>
            <pc:docMk/>
            <pc:sldMk cId="2343382988" sldId="268"/>
            <ac:spMk id="32" creationId="{3F5A302B-A559-5A84-7845-4B5621C145DA}"/>
          </ac:spMkLst>
        </pc:spChg>
        <pc:spChg chg="del">
          <ac:chgData name="hiromi ichikura" userId="sVnQKTKxsUv9D1Ca1yrTwa8SHlrPpxzrg7NR9E8U7XE=" providerId="None" clId="Web-{546294F4-EAE2-43E0-93AB-F1F0364653B1}" dt="2025-03-13T22:28:03.185" v="69"/>
          <ac:spMkLst>
            <pc:docMk/>
            <pc:sldMk cId="2343382988" sldId="268"/>
            <ac:spMk id="49" creationId="{776704A1-0C54-4B7B-8436-B1DDBF1C83D1}"/>
          </ac:spMkLst>
        </pc:spChg>
        <pc:spChg chg="del">
          <ac:chgData name="hiromi ichikura" userId="sVnQKTKxsUv9D1Ca1yrTwa8SHlrPpxzrg7NR9E8U7XE=" providerId="None" clId="Web-{546294F4-EAE2-43E0-93AB-F1F0364653B1}" dt="2025-03-13T22:28:03.185" v="68"/>
          <ac:spMkLst>
            <pc:docMk/>
            <pc:sldMk cId="2343382988" sldId="268"/>
            <ac:spMk id="50" creationId="{29CD031D-D65C-47B5-8E06-45E99E9B2B32}"/>
          </ac:spMkLst>
        </pc:spChg>
        <pc:spChg chg="del">
          <ac:chgData name="hiromi ichikura" userId="sVnQKTKxsUv9D1Ca1yrTwa8SHlrPpxzrg7NR9E8U7XE=" providerId="None" clId="Web-{546294F4-EAE2-43E0-93AB-F1F0364653B1}" dt="2025-03-13T22:27:24.481" v="50"/>
          <ac:spMkLst>
            <pc:docMk/>
            <pc:sldMk cId="2343382988" sldId="268"/>
            <ac:spMk id="84" creationId="{A6E9AD39-96D6-8C37-B281-8C218895006A}"/>
          </ac:spMkLst>
        </pc:spChg>
        <pc:spChg chg="del">
          <ac:chgData name="hiromi ichikura" userId="sVnQKTKxsUv9D1Ca1yrTwa8SHlrPpxzrg7NR9E8U7XE=" providerId="None" clId="Web-{546294F4-EAE2-43E0-93AB-F1F0364653B1}" dt="2025-03-13T22:27:18.950" v="37"/>
          <ac:spMkLst>
            <pc:docMk/>
            <pc:sldMk cId="2343382988" sldId="268"/>
            <ac:spMk id="85" creationId="{63A98971-3754-AEEE-D77F-44F5181ED08B}"/>
          </ac:spMkLst>
        </pc:spChg>
        <pc:spChg chg="del">
          <ac:chgData name="hiromi ichikura" userId="sVnQKTKxsUv9D1Ca1yrTwa8SHlrPpxzrg7NR9E8U7XE=" providerId="None" clId="Web-{546294F4-EAE2-43E0-93AB-F1F0364653B1}" dt="2025-03-13T22:27:21.153" v="49"/>
          <ac:spMkLst>
            <pc:docMk/>
            <pc:sldMk cId="2343382988" sldId="268"/>
            <ac:spMk id="86" creationId="{6CAC8209-9E8A-CA8A-5920-56070DCFABE9}"/>
          </ac:spMkLst>
        </pc:spChg>
        <pc:spChg chg="del">
          <ac:chgData name="hiromi ichikura" userId="sVnQKTKxsUv9D1Ca1yrTwa8SHlrPpxzrg7NR9E8U7XE=" providerId="None" clId="Web-{546294F4-EAE2-43E0-93AB-F1F0364653B1}" dt="2025-03-13T22:27:46.700" v="56"/>
          <ac:spMkLst>
            <pc:docMk/>
            <pc:sldMk cId="2343382988" sldId="268"/>
            <ac:spMk id="91" creationId="{96C9D5CF-9F53-7666-5F61-E724F79F4C98}"/>
          </ac:spMkLst>
        </pc:spChg>
        <pc:spChg chg="del mod">
          <ac:chgData name="hiromi ichikura" userId="sVnQKTKxsUv9D1Ca1yrTwa8SHlrPpxzrg7NR9E8U7XE=" providerId="None" clId="Web-{546294F4-EAE2-43E0-93AB-F1F0364653B1}" dt="2025-03-13T22:29:28.406" v="105"/>
          <ac:spMkLst>
            <pc:docMk/>
            <pc:sldMk cId="2343382988" sldId="268"/>
            <ac:spMk id="94" creationId="{7496023E-16FC-B86E-CCB3-E22597E5EBB0}"/>
          </ac:spMkLst>
        </pc:spChg>
        <pc:spChg chg="del">
          <ac:chgData name="hiromi ichikura" userId="sVnQKTKxsUv9D1Ca1yrTwa8SHlrPpxzrg7NR9E8U7XE=" providerId="None" clId="Web-{546294F4-EAE2-43E0-93AB-F1F0364653B1}" dt="2025-03-13T22:28:06.310" v="70"/>
          <ac:spMkLst>
            <pc:docMk/>
            <pc:sldMk cId="2343382988" sldId="268"/>
            <ac:spMk id="98" creationId="{01071917-A7FD-3F51-B5EE-C5E0901CE884}"/>
          </ac:spMkLst>
        </pc:spChg>
        <pc:spChg chg="del mod">
          <ac:chgData name="hiromi ichikura" userId="sVnQKTKxsUv9D1Ca1yrTwa8SHlrPpxzrg7NR9E8U7XE=" providerId="None" clId="Web-{546294F4-EAE2-43E0-93AB-F1F0364653B1}" dt="2025-03-13T22:28:10.576" v="73"/>
          <ac:spMkLst>
            <pc:docMk/>
            <pc:sldMk cId="2343382988" sldId="268"/>
            <ac:spMk id="99" creationId="{E564B9C0-09B0-BF5C-09D6-9F786E804D2D}"/>
          </ac:spMkLst>
        </pc:spChg>
        <pc:spChg chg="add del">
          <ac:chgData name="hiromi ichikura" userId="sVnQKTKxsUv9D1Ca1yrTwa8SHlrPpxzrg7NR9E8U7XE=" providerId="None" clId="Web-{546294F4-EAE2-43E0-93AB-F1F0364653B1}" dt="2025-03-13T22:28:51.186" v="91"/>
          <ac:spMkLst>
            <pc:docMk/>
            <pc:sldMk cId="2343382988" sldId="268"/>
            <ac:spMk id="100" creationId="{A599B4D1-2173-F2F5-C1E1-2B0BEF529C1B}"/>
          </ac:spMkLst>
        </pc:spChg>
        <pc:spChg chg="del">
          <ac:chgData name="hiromi ichikura" userId="sVnQKTKxsUv9D1Ca1yrTwa8SHlrPpxzrg7NR9E8U7XE=" providerId="None" clId="Web-{546294F4-EAE2-43E0-93AB-F1F0364653B1}" dt="2025-03-13T22:28:16.076" v="79"/>
          <ac:spMkLst>
            <pc:docMk/>
            <pc:sldMk cId="2343382988" sldId="268"/>
            <ac:spMk id="102" creationId="{B598AC43-71F0-51F9-BC61-214DC5D019FA}"/>
          </ac:spMkLst>
        </pc:spChg>
        <pc:spChg chg="del">
          <ac:chgData name="hiromi ichikura" userId="sVnQKTKxsUv9D1Ca1yrTwa8SHlrPpxzrg7NR9E8U7XE=" providerId="None" clId="Web-{546294F4-EAE2-43E0-93AB-F1F0364653B1}" dt="2025-03-13T22:28:03.185" v="66"/>
          <ac:spMkLst>
            <pc:docMk/>
            <pc:sldMk cId="2343382988" sldId="268"/>
            <ac:spMk id="104" creationId="{365A24EB-F7F5-DECE-316A-DE1AEC1BC7D5}"/>
          </ac:spMkLst>
        </pc:spChg>
        <pc:spChg chg="del">
          <ac:chgData name="hiromi ichikura" userId="sVnQKTKxsUv9D1Ca1yrTwa8SHlrPpxzrg7NR9E8U7XE=" providerId="None" clId="Web-{546294F4-EAE2-43E0-93AB-F1F0364653B1}" dt="2025-03-13T22:28:03.185" v="65"/>
          <ac:spMkLst>
            <pc:docMk/>
            <pc:sldMk cId="2343382988" sldId="268"/>
            <ac:spMk id="105" creationId="{2547D39A-F70B-7679-0030-31A39992B27D}"/>
          </ac:spMkLst>
        </pc:spChg>
        <pc:spChg chg="del mod">
          <ac:chgData name="hiromi ichikura" userId="sVnQKTKxsUv9D1Ca1yrTwa8SHlrPpxzrg7NR9E8U7XE=" providerId="None" clId="Web-{546294F4-EAE2-43E0-93AB-F1F0364653B1}" dt="2025-03-13T22:27:53.700" v="58"/>
          <ac:spMkLst>
            <pc:docMk/>
            <pc:sldMk cId="2343382988" sldId="268"/>
            <ac:spMk id="113" creationId="{ACEE31E9-0039-F6C9-63A8-12F42964ECBB}"/>
          </ac:spMkLst>
        </pc:spChg>
        <pc:spChg chg="del mod">
          <ac:chgData name="hiromi ichikura" userId="sVnQKTKxsUv9D1Ca1yrTwa8SHlrPpxzrg7NR9E8U7XE=" providerId="None" clId="Web-{546294F4-EAE2-43E0-93AB-F1F0364653B1}" dt="2025-03-13T22:27:44.544" v="55"/>
          <ac:spMkLst>
            <pc:docMk/>
            <pc:sldMk cId="2343382988" sldId="268"/>
            <ac:spMk id="114" creationId="{78481825-9A8A-5299-EAEE-7C28B2A1D435}"/>
          </ac:spMkLst>
        </pc:spChg>
        <pc:spChg chg="del">
          <ac:chgData name="hiromi ichikura" userId="sVnQKTKxsUv9D1Ca1yrTwa8SHlrPpxzrg7NR9E8U7XE=" providerId="None" clId="Web-{546294F4-EAE2-43E0-93AB-F1F0364653B1}" dt="2025-03-13T22:28:03.185" v="64"/>
          <ac:spMkLst>
            <pc:docMk/>
            <pc:sldMk cId="2343382988" sldId="268"/>
            <ac:spMk id="115" creationId="{35086FDE-8913-1696-5005-8B278ABBC7EC}"/>
          </ac:spMkLst>
        </pc:spChg>
        <pc:spChg chg="del">
          <ac:chgData name="hiromi ichikura" userId="sVnQKTKxsUv9D1Ca1yrTwa8SHlrPpxzrg7NR9E8U7XE=" providerId="None" clId="Web-{546294F4-EAE2-43E0-93AB-F1F0364653B1}" dt="2025-03-13T22:28:03.185" v="63"/>
          <ac:spMkLst>
            <pc:docMk/>
            <pc:sldMk cId="2343382988" sldId="268"/>
            <ac:spMk id="116" creationId="{B10E4F20-B713-1DB8-F5C7-94ABE07E87DE}"/>
          </ac:spMkLst>
        </pc:spChg>
        <pc:spChg chg="add del mod">
          <ac:chgData name="hiromi ichikura" userId="sVnQKTKxsUv9D1Ca1yrTwa8SHlrPpxzrg7NR9E8U7XE=" providerId="None" clId="Web-{546294F4-EAE2-43E0-93AB-F1F0364653B1}" dt="2025-03-13T22:37:34.416" v="197"/>
          <ac:spMkLst>
            <pc:docMk/>
            <pc:sldMk cId="2343382988" sldId="268"/>
            <ac:spMk id="129" creationId="{65C5385A-4E81-0BB6-3B41-F7B3740E7E08}"/>
          </ac:spMkLst>
        </pc:spChg>
        <pc:spChg chg="del">
          <ac:chgData name="hiromi ichikura" userId="sVnQKTKxsUv9D1Ca1yrTwa8SHlrPpxzrg7NR9E8U7XE=" providerId="None" clId="Web-{546294F4-EAE2-43E0-93AB-F1F0364653B1}" dt="2025-03-13T22:27:18.965" v="47"/>
          <ac:spMkLst>
            <pc:docMk/>
            <pc:sldMk cId="2343382988" sldId="268"/>
            <ac:spMk id="132" creationId="{5AF9355A-C7D7-831A-5ACC-F9DB74D8D80B}"/>
          </ac:spMkLst>
        </pc:spChg>
        <pc:spChg chg="del">
          <ac:chgData name="hiromi ichikura" userId="sVnQKTKxsUv9D1Ca1yrTwa8SHlrPpxzrg7NR9E8U7XE=" providerId="None" clId="Web-{546294F4-EAE2-43E0-93AB-F1F0364653B1}" dt="2025-03-13T22:27:18.965" v="46"/>
          <ac:spMkLst>
            <pc:docMk/>
            <pc:sldMk cId="2343382988" sldId="268"/>
            <ac:spMk id="133" creationId="{26BA08D3-A8DE-D0C4-B2F9-AB10B01389C6}"/>
          </ac:spMkLst>
        </pc:spChg>
        <pc:spChg chg="del">
          <ac:chgData name="hiromi ichikura" userId="sVnQKTKxsUv9D1Ca1yrTwa8SHlrPpxzrg7NR9E8U7XE=" providerId="None" clId="Web-{546294F4-EAE2-43E0-93AB-F1F0364653B1}" dt="2025-03-13T22:27:18.965" v="45"/>
          <ac:spMkLst>
            <pc:docMk/>
            <pc:sldMk cId="2343382988" sldId="268"/>
            <ac:spMk id="135" creationId="{DD02DF62-8AD2-A46A-AB48-5AA99440B0B5}"/>
          </ac:spMkLst>
        </pc:spChg>
        <pc:spChg chg="del">
          <ac:chgData name="hiromi ichikura" userId="sVnQKTKxsUv9D1Ca1yrTwa8SHlrPpxzrg7NR9E8U7XE=" providerId="None" clId="Web-{546294F4-EAE2-43E0-93AB-F1F0364653B1}" dt="2025-03-13T22:27:18.965" v="44"/>
          <ac:spMkLst>
            <pc:docMk/>
            <pc:sldMk cId="2343382988" sldId="268"/>
            <ac:spMk id="136" creationId="{9F96D00F-390C-1961-75B7-8DA246C4A581}"/>
          </ac:spMkLst>
        </pc:spChg>
        <pc:spChg chg="del">
          <ac:chgData name="hiromi ichikura" userId="sVnQKTKxsUv9D1Ca1yrTwa8SHlrPpxzrg7NR9E8U7XE=" providerId="None" clId="Web-{546294F4-EAE2-43E0-93AB-F1F0364653B1}" dt="2025-03-13T22:27:18.965" v="43"/>
          <ac:spMkLst>
            <pc:docMk/>
            <pc:sldMk cId="2343382988" sldId="268"/>
            <ac:spMk id="137" creationId="{9083E0C1-048D-63AB-FABF-609FACC5F282}"/>
          </ac:spMkLst>
        </pc:spChg>
        <pc:spChg chg="del">
          <ac:chgData name="hiromi ichikura" userId="sVnQKTKxsUv9D1Ca1yrTwa8SHlrPpxzrg7NR9E8U7XE=" providerId="None" clId="Web-{546294F4-EAE2-43E0-93AB-F1F0364653B1}" dt="2025-03-13T22:26:37.245" v="34"/>
          <ac:spMkLst>
            <pc:docMk/>
            <pc:sldMk cId="2343382988" sldId="268"/>
            <ac:spMk id="141" creationId="{E78DE099-1018-22B1-CF77-36A5340761FC}"/>
          </ac:spMkLst>
        </pc:spChg>
        <pc:spChg chg="del">
          <ac:chgData name="hiromi ichikura" userId="sVnQKTKxsUv9D1Ca1yrTwa8SHlrPpxzrg7NR9E8U7XE=" providerId="None" clId="Web-{546294F4-EAE2-43E0-93AB-F1F0364653B1}" dt="2025-03-13T22:26:37.245" v="33"/>
          <ac:spMkLst>
            <pc:docMk/>
            <pc:sldMk cId="2343382988" sldId="268"/>
            <ac:spMk id="142" creationId="{5F09C67D-04A4-7145-C8F6-4358D1610190}"/>
          </ac:spMkLst>
        </pc:spChg>
        <pc:spChg chg="del">
          <ac:chgData name="hiromi ichikura" userId="sVnQKTKxsUv9D1Ca1yrTwa8SHlrPpxzrg7NR9E8U7XE=" providerId="None" clId="Web-{546294F4-EAE2-43E0-93AB-F1F0364653B1}" dt="2025-03-13T22:26:37.245" v="32"/>
          <ac:spMkLst>
            <pc:docMk/>
            <pc:sldMk cId="2343382988" sldId="268"/>
            <ac:spMk id="143" creationId="{1B0CF9F5-EAB0-7E18-F602-1D73F2E95100}"/>
          </ac:spMkLst>
        </pc:spChg>
        <pc:spChg chg="del">
          <ac:chgData name="hiromi ichikura" userId="sVnQKTKxsUv9D1Ca1yrTwa8SHlrPpxzrg7NR9E8U7XE=" providerId="None" clId="Web-{546294F4-EAE2-43E0-93AB-F1F0364653B1}" dt="2025-03-13T22:26:37.245" v="31"/>
          <ac:spMkLst>
            <pc:docMk/>
            <pc:sldMk cId="2343382988" sldId="268"/>
            <ac:spMk id="144" creationId="{A03AD3E9-5758-27B5-726E-C1964F7D7E8D}"/>
          </ac:spMkLst>
        </pc:spChg>
        <pc:spChg chg="del">
          <ac:chgData name="hiromi ichikura" userId="sVnQKTKxsUv9D1Ca1yrTwa8SHlrPpxzrg7NR9E8U7XE=" providerId="None" clId="Web-{546294F4-EAE2-43E0-93AB-F1F0364653B1}" dt="2025-03-13T22:26:37.245" v="30"/>
          <ac:spMkLst>
            <pc:docMk/>
            <pc:sldMk cId="2343382988" sldId="268"/>
            <ac:spMk id="145" creationId="{E7D8F44B-CB83-EC6B-D2FB-17DF21DB237F}"/>
          </ac:spMkLst>
        </pc:spChg>
        <pc:spChg chg="del">
          <ac:chgData name="hiromi ichikura" userId="sVnQKTKxsUv9D1Ca1yrTwa8SHlrPpxzrg7NR9E8U7XE=" providerId="None" clId="Web-{546294F4-EAE2-43E0-93AB-F1F0364653B1}" dt="2025-03-13T22:26:37.245" v="29"/>
          <ac:spMkLst>
            <pc:docMk/>
            <pc:sldMk cId="2343382988" sldId="268"/>
            <ac:spMk id="146" creationId="{A4D0D3E5-F40C-0036-F7CE-370EECB4DE73}"/>
          </ac:spMkLst>
        </pc:spChg>
        <pc:spChg chg="del">
          <ac:chgData name="hiromi ichikura" userId="sVnQKTKxsUv9D1Ca1yrTwa8SHlrPpxzrg7NR9E8U7XE=" providerId="None" clId="Web-{546294F4-EAE2-43E0-93AB-F1F0364653B1}" dt="2025-03-13T22:26:37.230" v="28"/>
          <ac:spMkLst>
            <pc:docMk/>
            <pc:sldMk cId="2343382988" sldId="268"/>
            <ac:spMk id="147" creationId="{2E8E4353-26B7-F282-31A2-C6DF50589134}"/>
          </ac:spMkLst>
        </pc:spChg>
        <pc:spChg chg="del">
          <ac:chgData name="hiromi ichikura" userId="sVnQKTKxsUv9D1Ca1yrTwa8SHlrPpxzrg7NR9E8U7XE=" providerId="None" clId="Web-{546294F4-EAE2-43E0-93AB-F1F0364653B1}" dt="2025-03-13T22:26:37.230" v="27"/>
          <ac:spMkLst>
            <pc:docMk/>
            <pc:sldMk cId="2343382988" sldId="268"/>
            <ac:spMk id="148" creationId="{D9159898-9116-321D-ED64-93052226A25D}"/>
          </ac:spMkLst>
        </pc:spChg>
        <pc:spChg chg="del">
          <ac:chgData name="hiromi ichikura" userId="sVnQKTKxsUv9D1Ca1yrTwa8SHlrPpxzrg7NR9E8U7XE=" providerId="None" clId="Web-{546294F4-EAE2-43E0-93AB-F1F0364653B1}" dt="2025-03-13T22:26:37.230" v="26"/>
          <ac:spMkLst>
            <pc:docMk/>
            <pc:sldMk cId="2343382988" sldId="268"/>
            <ac:spMk id="149" creationId="{4A3BF0DA-FBC5-526C-4B03-52BBDE5A0464}"/>
          </ac:spMkLst>
        </pc:spChg>
        <pc:spChg chg="del">
          <ac:chgData name="hiromi ichikura" userId="sVnQKTKxsUv9D1Ca1yrTwa8SHlrPpxzrg7NR9E8U7XE=" providerId="None" clId="Web-{546294F4-EAE2-43E0-93AB-F1F0364653B1}" dt="2025-03-13T22:26:37.230" v="25"/>
          <ac:spMkLst>
            <pc:docMk/>
            <pc:sldMk cId="2343382988" sldId="268"/>
            <ac:spMk id="150" creationId="{02904C91-9BDA-59D1-F6E3-D79C02EFF019}"/>
          </ac:spMkLst>
        </pc:spChg>
        <pc:spChg chg="del">
          <ac:chgData name="hiromi ichikura" userId="sVnQKTKxsUv9D1Ca1yrTwa8SHlrPpxzrg7NR9E8U7XE=" providerId="None" clId="Web-{546294F4-EAE2-43E0-93AB-F1F0364653B1}" dt="2025-03-13T22:26:37.230" v="24"/>
          <ac:spMkLst>
            <pc:docMk/>
            <pc:sldMk cId="2343382988" sldId="268"/>
            <ac:spMk id="151" creationId="{F74644D9-E650-18C3-D74B-3F1CC9956A42}"/>
          </ac:spMkLst>
        </pc:spChg>
        <pc:spChg chg="del">
          <ac:chgData name="hiromi ichikura" userId="sVnQKTKxsUv9D1Ca1yrTwa8SHlrPpxzrg7NR9E8U7XE=" providerId="None" clId="Web-{546294F4-EAE2-43E0-93AB-F1F0364653B1}" dt="2025-03-13T22:26:37.230" v="23"/>
          <ac:spMkLst>
            <pc:docMk/>
            <pc:sldMk cId="2343382988" sldId="268"/>
            <ac:spMk id="152" creationId="{AF056346-5C58-17EC-6282-945DB2A402D1}"/>
          </ac:spMkLst>
        </pc:spChg>
        <pc:spChg chg="del">
          <ac:chgData name="hiromi ichikura" userId="sVnQKTKxsUv9D1Ca1yrTwa8SHlrPpxzrg7NR9E8U7XE=" providerId="None" clId="Web-{546294F4-EAE2-43E0-93AB-F1F0364653B1}" dt="2025-03-13T22:26:37.230" v="22"/>
          <ac:spMkLst>
            <pc:docMk/>
            <pc:sldMk cId="2343382988" sldId="268"/>
            <ac:spMk id="153" creationId="{3E737EB6-2761-E1D9-09A3-51376D627873}"/>
          </ac:spMkLst>
        </pc:spChg>
        <pc:spChg chg="del">
          <ac:chgData name="hiromi ichikura" userId="sVnQKTKxsUv9D1Ca1yrTwa8SHlrPpxzrg7NR9E8U7XE=" providerId="None" clId="Web-{546294F4-EAE2-43E0-93AB-F1F0364653B1}" dt="2025-03-13T22:26:37.230" v="21"/>
          <ac:spMkLst>
            <pc:docMk/>
            <pc:sldMk cId="2343382988" sldId="268"/>
            <ac:spMk id="154" creationId="{512E7FD0-AE83-4D80-33B7-E4BE25AA2352}"/>
          </ac:spMkLst>
        </pc:spChg>
        <pc:spChg chg="del">
          <ac:chgData name="hiromi ichikura" userId="sVnQKTKxsUv9D1Ca1yrTwa8SHlrPpxzrg7NR9E8U7XE=" providerId="None" clId="Web-{546294F4-EAE2-43E0-93AB-F1F0364653B1}" dt="2025-03-13T22:26:37.230" v="20"/>
          <ac:spMkLst>
            <pc:docMk/>
            <pc:sldMk cId="2343382988" sldId="268"/>
            <ac:spMk id="155" creationId="{440E03EA-8541-2393-53C3-13D3FAB4A8F3}"/>
          </ac:spMkLst>
        </pc:spChg>
        <pc:spChg chg="del">
          <ac:chgData name="hiromi ichikura" userId="sVnQKTKxsUv9D1Ca1yrTwa8SHlrPpxzrg7NR9E8U7XE=" providerId="None" clId="Web-{546294F4-EAE2-43E0-93AB-F1F0364653B1}" dt="2025-03-13T22:26:37.230" v="19"/>
          <ac:spMkLst>
            <pc:docMk/>
            <pc:sldMk cId="2343382988" sldId="268"/>
            <ac:spMk id="156" creationId="{F5697D49-52E4-1486-C9A2-63CE6C3776D4}"/>
          </ac:spMkLst>
        </pc:spChg>
        <pc:spChg chg="del">
          <ac:chgData name="hiromi ichikura" userId="sVnQKTKxsUv9D1Ca1yrTwa8SHlrPpxzrg7NR9E8U7XE=" providerId="None" clId="Web-{546294F4-EAE2-43E0-93AB-F1F0364653B1}" dt="2025-03-13T22:26:37.230" v="18"/>
          <ac:spMkLst>
            <pc:docMk/>
            <pc:sldMk cId="2343382988" sldId="268"/>
            <ac:spMk id="157" creationId="{2CB644D7-062B-F755-ADEC-324016FCF9C5}"/>
          </ac:spMkLst>
        </pc:spChg>
        <pc:spChg chg="del">
          <ac:chgData name="hiromi ichikura" userId="sVnQKTKxsUv9D1Ca1yrTwa8SHlrPpxzrg7NR9E8U7XE=" providerId="None" clId="Web-{546294F4-EAE2-43E0-93AB-F1F0364653B1}" dt="2025-03-13T22:26:37.230" v="17"/>
          <ac:spMkLst>
            <pc:docMk/>
            <pc:sldMk cId="2343382988" sldId="268"/>
            <ac:spMk id="158" creationId="{4D326EE9-D404-37B8-BCA5-A5C27FEF1FA6}"/>
          </ac:spMkLst>
        </pc:spChg>
        <pc:spChg chg="del">
          <ac:chgData name="hiromi ichikura" userId="sVnQKTKxsUv9D1Ca1yrTwa8SHlrPpxzrg7NR9E8U7XE=" providerId="None" clId="Web-{546294F4-EAE2-43E0-93AB-F1F0364653B1}" dt="2025-03-13T22:26:37.230" v="16"/>
          <ac:spMkLst>
            <pc:docMk/>
            <pc:sldMk cId="2343382988" sldId="268"/>
            <ac:spMk id="159" creationId="{41FA696A-9817-0C42-99BB-7456B898EEA1}"/>
          </ac:spMkLst>
        </pc:spChg>
        <pc:spChg chg="del">
          <ac:chgData name="hiromi ichikura" userId="sVnQKTKxsUv9D1Ca1yrTwa8SHlrPpxzrg7NR9E8U7XE=" providerId="None" clId="Web-{546294F4-EAE2-43E0-93AB-F1F0364653B1}" dt="2025-03-13T22:26:37.230" v="15"/>
          <ac:spMkLst>
            <pc:docMk/>
            <pc:sldMk cId="2343382988" sldId="268"/>
            <ac:spMk id="160" creationId="{AFCE7316-39FE-02FF-0D3E-C2FE1040D56B}"/>
          </ac:spMkLst>
        </pc:spChg>
        <pc:spChg chg="del">
          <ac:chgData name="hiromi ichikura" userId="sVnQKTKxsUv9D1Ca1yrTwa8SHlrPpxzrg7NR9E8U7XE=" providerId="None" clId="Web-{546294F4-EAE2-43E0-93AB-F1F0364653B1}" dt="2025-03-13T22:26:37.230" v="14"/>
          <ac:spMkLst>
            <pc:docMk/>
            <pc:sldMk cId="2343382988" sldId="268"/>
            <ac:spMk id="161" creationId="{4F1773EA-4BDB-5F49-D128-D5C4E769CB2E}"/>
          </ac:spMkLst>
        </pc:spChg>
        <pc:spChg chg="del">
          <ac:chgData name="hiromi ichikura" userId="sVnQKTKxsUv9D1Ca1yrTwa8SHlrPpxzrg7NR9E8U7XE=" providerId="None" clId="Web-{546294F4-EAE2-43E0-93AB-F1F0364653B1}" dt="2025-03-13T22:26:37.230" v="13"/>
          <ac:spMkLst>
            <pc:docMk/>
            <pc:sldMk cId="2343382988" sldId="268"/>
            <ac:spMk id="162" creationId="{6EB52111-3ADA-0AF4-5F2B-EC91D2801B99}"/>
          </ac:spMkLst>
        </pc:spChg>
        <pc:spChg chg="del">
          <ac:chgData name="hiromi ichikura" userId="sVnQKTKxsUv9D1Ca1yrTwa8SHlrPpxzrg7NR9E8U7XE=" providerId="None" clId="Web-{546294F4-EAE2-43E0-93AB-F1F0364653B1}" dt="2025-03-13T22:26:37.230" v="12"/>
          <ac:spMkLst>
            <pc:docMk/>
            <pc:sldMk cId="2343382988" sldId="268"/>
            <ac:spMk id="163" creationId="{E4BD22F5-77D2-50BD-4E29-AA474EFA882C}"/>
          </ac:spMkLst>
        </pc:spChg>
        <pc:spChg chg="del">
          <ac:chgData name="hiromi ichikura" userId="sVnQKTKxsUv9D1Ca1yrTwa8SHlrPpxzrg7NR9E8U7XE=" providerId="None" clId="Web-{546294F4-EAE2-43E0-93AB-F1F0364653B1}" dt="2025-03-13T22:26:37.230" v="11"/>
          <ac:spMkLst>
            <pc:docMk/>
            <pc:sldMk cId="2343382988" sldId="268"/>
            <ac:spMk id="164" creationId="{72AB222D-595B-00EE-1CD4-FF2BE4356098}"/>
          </ac:spMkLst>
        </pc:spChg>
        <pc:spChg chg="del">
          <ac:chgData name="hiromi ichikura" userId="sVnQKTKxsUv9D1Ca1yrTwa8SHlrPpxzrg7NR9E8U7XE=" providerId="None" clId="Web-{546294F4-EAE2-43E0-93AB-F1F0364653B1}" dt="2025-03-13T22:26:37.230" v="10"/>
          <ac:spMkLst>
            <pc:docMk/>
            <pc:sldMk cId="2343382988" sldId="268"/>
            <ac:spMk id="165" creationId="{560A0B32-15A1-9CBF-F80F-905D0B361250}"/>
          </ac:spMkLst>
        </pc:spChg>
        <pc:spChg chg="del">
          <ac:chgData name="hiromi ichikura" userId="sVnQKTKxsUv9D1Ca1yrTwa8SHlrPpxzrg7NR9E8U7XE=" providerId="None" clId="Web-{546294F4-EAE2-43E0-93AB-F1F0364653B1}" dt="2025-03-13T22:26:37.230" v="9"/>
          <ac:spMkLst>
            <pc:docMk/>
            <pc:sldMk cId="2343382988" sldId="268"/>
            <ac:spMk id="166" creationId="{DE6E5873-A31E-542D-2519-B20E3A50A9D2}"/>
          </ac:spMkLst>
        </pc:spChg>
        <pc:spChg chg="del">
          <ac:chgData name="hiromi ichikura" userId="sVnQKTKxsUv9D1Ca1yrTwa8SHlrPpxzrg7NR9E8U7XE=" providerId="None" clId="Web-{546294F4-EAE2-43E0-93AB-F1F0364653B1}" dt="2025-03-13T22:26:37.230" v="8"/>
          <ac:spMkLst>
            <pc:docMk/>
            <pc:sldMk cId="2343382988" sldId="268"/>
            <ac:spMk id="168" creationId="{0FE30490-15F2-8B35-025F-3364E5999BA6}"/>
          </ac:spMkLst>
        </pc:spChg>
        <pc:spChg chg="del">
          <ac:chgData name="hiromi ichikura" userId="sVnQKTKxsUv9D1Ca1yrTwa8SHlrPpxzrg7NR9E8U7XE=" providerId="None" clId="Web-{546294F4-EAE2-43E0-93AB-F1F0364653B1}" dt="2025-03-13T22:26:37.230" v="7"/>
          <ac:spMkLst>
            <pc:docMk/>
            <pc:sldMk cId="2343382988" sldId="268"/>
            <ac:spMk id="169" creationId="{B55B45C7-44C8-151B-6833-5ECF6BEC750C}"/>
          </ac:spMkLst>
        </pc:spChg>
        <pc:spChg chg="del">
          <ac:chgData name="hiromi ichikura" userId="sVnQKTKxsUv9D1Ca1yrTwa8SHlrPpxzrg7NR9E8U7XE=" providerId="None" clId="Web-{546294F4-EAE2-43E0-93AB-F1F0364653B1}" dt="2025-03-13T22:26:37.230" v="6"/>
          <ac:spMkLst>
            <pc:docMk/>
            <pc:sldMk cId="2343382988" sldId="268"/>
            <ac:spMk id="179" creationId="{5702F809-716D-530E-8DA2-64C3B3FBDCD0}"/>
          </ac:spMkLst>
        </pc:spChg>
        <pc:spChg chg="del">
          <ac:chgData name="hiromi ichikura" userId="sVnQKTKxsUv9D1Ca1yrTwa8SHlrPpxzrg7NR9E8U7XE=" providerId="None" clId="Web-{546294F4-EAE2-43E0-93AB-F1F0364653B1}" dt="2025-03-13T22:26:37.230" v="5"/>
          <ac:spMkLst>
            <pc:docMk/>
            <pc:sldMk cId="2343382988" sldId="268"/>
            <ac:spMk id="181" creationId="{972F9A50-428F-079B-96F8-C7965AD9AC91}"/>
          </ac:spMkLst>
        </pc:spChg>
        <pc:spChg chg="del">
          <ac:chgData name="hiromi ichikura" userId="sVnQKTKxsUv9D1Ca1yrTwa8SHlrPpxzrg7NR9E8U7XE=" providerId="None" clId="Web-{546294F4-EAE2-43E0-93AB-F1F0364653B1}" dt="2025-03-13T22:26:37.230" v="4"/>
          <ac:spMkLst>
            <pc:docMk/>
            <pc:sldMk cId="2343382988" sldId="268"/>
            <ac:spMk id="182" creationId="{3E2204E8-0FB0-5C4F-C250-B0EAC110DD40}"/>
          </ac:spMkLst>
        </pc:spChg>
        <pc:spChg chg="del">
          <ac:chgData name="hiromi ichikura" userId="sVnQKTKxsUv9D1Ca1yrTwa8SHlrPpxzrg7NR9E8U7XE=" providerId="None" clId="Web-{546294F4-EAE2-43E0-93AB-F1F0364653B1}" dt="2025-03-13T22:26:37.230" v="3"/>
          <ac:spMkLst>
            <pc:docMk/>
            <pc:sldMk cId="2343382988" sldId="268"/>
            <ac:spMk id="183" creationId="{D9774E65-5496-4A8A-0738-0E97C3C541B5}"/>
          </ac:spMkLst>
        </pc:spChg>
        <pc:spChg chg="del">
          <ac:chgData name="hiromi ichikura" userId="sVnQKTKxsUv9D1Ca1yrTwa8SHlrPpxzrg7NR9E8U7XE=" providerId="None" clId="Web-{546294F4-EAE2-43E0-93AB-F1F0364653B1}" dt="2025-03-13T22:26:37.230" v="2"/>
          <ac:spMkLst>
            <pc:docMk/>
            <pc:sldMk cId="2343382988" sldId="268"/>
            <ac:spMk id="184" creationId="{C169C06A-659E-90EC-67CE-9C0A230E9030}"/>
          </ac:spMkLst>
        </pc:spChg>
        <pc:spChg chg="del">
          <ac:chgData name="hiromi ichikura" userId="sVnQKTKxsUv9D1Ca1yrTwa8SHlrPpxzrg7NR9E8U7XE=" providerId="None" clId="Web-{546294F4-EAE2-43E0-93AB-F1F0364653B1}" dt="2025-03-13T22:26:37.230" v="1"/>
          <ac:spMkLst>
            <pc:docMk/>
            <pc:sldMk cId="2343382988" sldId="268"/>
            <ac:spMk id="185" creationId="{C709C372-4EF8-14CF-F80E-BAC144F5BFE1}"/>
          </ac:spMkLst>
        </pc:spChg>
        <pc:spChg chg="del">
          <ac:chgData name="hiromi ichikura" userId="sVnQKTKxsUv9D1Ca1yrTwa8SHlrPpxzrg7NR9E8U7XE=" providerId="None" clId="Web-{546294F4-EAE2-43E0-93AB-F1F0364653B1}" dt="2025-03-13T22:28:03.185" v="62"/>
          <ac:spMkLst>
            <pc:docMk/>
            <pc:sldMk cId="2343382988" sldId="268"/>
            <ac:spMk id="186" creationId="{C01580F1-7915-939D-7567-70B483E6B54A}"/>
          </ac:spMkLst>
        </pc:spChg>
        <pc:spChg chg="del">
          <ac:chgData name="hiromi ichikura" userId="sVnQKTKxsUv9D1Ca1yrTwa8SHlrPpxzrg7NR9E8U7XE=" providerId="None" clId="Web-{546294F4-EAE2-43E0-93AB-F1F0364653B1}" dt="2025-03-13T22:28:03.185" v="61"/>
          <ac:spMkLst>
            <pc:docMk/>
            <pc:sldMk cId="2343382988" sldId="268"/>
            <ac:spMk id="187" creationId="{7E22504B-D088-D4CD-85C2-374F9265BDF3}"/>
          </ac:spMkLst>
        </pc:spChg>
        <pc:spChg chg="del">
          <ac:chgData name="hiromi ichikura" userId="sVnQKTKxsUv9D1Ca1yrTwa8SHlrPpxzrg7NR9E8U7XE=" providerId="None" clId="Web-{546294F4-EAE2-43E0-93AB-F1F0364653B1}" dt="2025-03-13T22:28:03.185" v="60"/>
          <ac:spMkLst>
            <pc:docMk/>
            <pc:sldMk cId="2343382988" sldId="268"/>
            <ac:spMk id="188" creationId="{9C13F7D1-B7D8-F6E8-3B52-52049D69BA5E}"/>
          </ac:spMkLst>
        </pc:spChg>
        <pc:spChg chg="del">
          <ac:chgData name="hiromi ichikura" userId="sVnQKTKxsUv9D1Ca1yrTwa8SHlrPpxzrg7NR9E8U7XE=" providerId="None" clId="Web-{546294F4-EAE2-43E0-93AB-F1F0364653B1}" dt="2025-03-13T22:28:03.185" v="59"/>
          <ac:spMkLst>
            <pc:docMk/>
            <pc:sldMk cId="2343382988" sldId="268"/>
            <ac:spMk id="189" creationId="{09539635-041D-5AD9-4DD0-D6BEACBD0945}"/>
          </ac:spMkLst>
        </pc:spChg>
        <pc:spChg chg="add mod">
          <ac:chgData name="hiromi ichikura" userId="sVnQKTKxsUv9D1Ca1yrTwa8SHlrPpxzrg7NR9E8U7XE=" providerId="None" clId="Web-{546294F4-EAE2-43E0-93AB-F1F0364653B1}" dt="2025-03-13T22:36:22.983" v="182" actId="1076"/>
          <ac:spMkLst>
            <pc:docMk/>
            <pc:sldMk cId="2343382988" sldId="268"/>
            <ac:spMk id="191" creationId="{C53FF77E-F616-5086-F1CE-EEA87C76AC06}"/>
          </ac:spMkLst>
        </pc:spChg>
        <pc:spChg chg="add del mod">
          <ac:chgData name="hiromi ichikura" userId="sVnQKTKxsUv9D1Ca1yrTwa8SHlrPpxzrg7NR9E8U7XE=" providerId="None" clId="Web-{546294F4-EAE2-43E0-93AB-F1F0364653B1}" dt="2025-03-13T22:37:36.072" v="198"/>
          <ac:spMkLst>
            <pc:docMk/>
            <pc:sldMk cId="2343382988" sldId="268"/>
            <ac:spMk id="192" creationId="{B16663E9-B083-189B-521E-B216618712AD}"/>
          </ac:spMkLst>
        </pc:spChg>
        <pc:spChg chg="add del mod">
          <ac:chgData name="hiromi ichikura" userId="sVnQKTKxsUv9D1Ca1yrTwa8SHlrPpxzrg7NR9E8U7XE=" providerId="None" clId="Web-{546294F4-EAE2-43E0-93AB-F1F0364653B1}" dt="2025-03-13T22:38:57.668" v="213"/>
          <ac:spMkLst>
            <pc:docMk/>
            <pc:sldMk cId="2343382988" sldId="268"/>
            <ac:spMk id="193" creationId="{22594356-22CB-9F6A-969E-905057174C00}"/>
          </ac:spMkLst>
        </pc:spChg>
        <pc:spChg chg="add mod">
          <ac:chgData name="hiromi ichikura" userId="sVnQKTKxsUv9D1Ca1yrTwa8SHlrPpxzrg7NR9E8U7XE=" providerId="None" clId="Web-{546294F4-EAE2-43E0-93AB-F1F0364653B1}" dt="2025-03-13T22:43:29.612" v="331"/>
          <ac:spMkLst>
            <pc:docMk/>
            <pc:sldMk cId="2343382988" sldId="268"/>
            <ac:spMk id="195" creationId="{F6A2FE36-5822-E426-75E0-C43EE611863D}"/>
          </ac:spMkLst>
        </pc:spChg>
        <pc:spChg chg="add del">
          <ac:chgData name="hiromi ichikura" userId="sVnQKTKxsUv9D1Ca1yrTwa8SHlrPpxzrg7NR9E8U7XE=" providerId="None" clId="Web-{546294F4-EAE2-43E0-93AB-F1F0364653B1}" dt="2025-03-13T22:39:48.044" v="231"/>
          <ac:spMkLst>
            <pc:docMk/>
            <pc:sldMk cId="2343382988" sldId="268"/>
            <ac:spMk id="197" creationId="{D58A6F88-7078-573A-B02F-5BBA1F6C9E44}"/>
          </ac:spMkLst>
        </pc:spChg>
        <pc:spChg chg="add del">
          <ac:chgData name="hiromi ichikura" userId="sVnQKTKxsUv9D1Ca1yrTwa8SHlrPpxzrg7NR9E8U7XE=" providerId="None" clId="Web-{546294F4-EAE2-43E0-93AB-F1F0364653B1}" dt="2025-03-13T22:39:49.403" v="232"/>
          <ac:spMkLst>
            <pc:docMk/>
            <pc:sldMk cId="2343382988" sldId="268"/>
            <ac:spMk id="199" creationId="{194AF4C1-9949-2C94-E8F6-E7625DC030F9}"/>
          </ac:spMkLst>
        </pc:spChg>
        <pc:spChg chg="add del mod">
          <ac:chgData name="hiromi ichikura" userId="sVnQKTKxsUv9D1Ca1yrTwa8SHlrPpxzrg7NR9E8U7XE=" providerId="None" clId="Web-{546294F4-EAE2-43E0-93AB-F1F0364653B1}" dt="2025-03-13T22:40:56.811" v="265"/>
          <ac:spMkLst>
            <pc:docMk/>
            <pc:sldMk cId="2343382988" sldId="268"/>
            <ac:spMk id="200" creationId="{C49A353C-A822-CCEF-52E1-988D30395158}"/>
          </ac:spMkLst>
        </pc:spChg>
        <pc:spChg chg="add mod">
          <ac:chgData name="hiromi ichikura" userId="sVnQKTKxsUv9D1Ca1yrTwa8SHlrPpxzrg7NR9E8U7XE=" providerId="None" clId="Web-{546294F4-EAE2-43E0-93AB-F1F0364653B1}" dt="2025-03-13T22:43:57.659" v="337" actId="1076"/>
          <ac:spMkLst>
            <pc:docMk/>
            <pc:sldMk cId="2343382988" sldId="268"/>
            <ac:spMk id="201" creationId="{B21316AC-F820-4A3A-9665-60FD798122C2}"/>
          </ac:spMkLst>
        </pc:spChg>
        <pc:spChg chg="add mod">
          <ac:chgData name="hiromi ichikura" userId="sVnQKTKxsUv9D1Ca1yrTwa8SHlrPpxzrg7NR9E8U7XE=" providerId="None" clId="Web-{546294F4-EAE2-43E0-93AB-F1F0364653B1}" dt="2025-03-13T22:43:55.378" v="336" actId="1076"/>
          <ac:spMkLst>
            <pc:docMk/>
            <pc:sldMk cId="2343382988" sldId="268"/>
            <ac:spMk id="202" creationId="{267067CA-59D0-4D43-51BD-F24ED2F242EC}"/>
          </ac:spMkLst>
        </pc:spChg>
        <pc:spChg chg="add mod">
          <ac:chgData name="hiromi ichikura" userId="sVnQKTKxsUv9D1Ca1yrTwa8SHlrPpxzrg7NR9E8U7XE=" providerId="None" clId="Web-{546294F4-EAE2-43E0-93AB-F1F0364653B1}" dt="2025-03-13T22:44:13.988" v="343" actId="20577"/>
          <ac:spMkLst>
            <pc:docMk/>
            <pc:sldMk cId="2343382988" sldId="268"/>
            <ac:spMk id="203" creationId="{53337A7C-8325-E0A0-A0D6-72895DF246A6}"/>
          </ac:spMkLst>
        </pc:spChg>
        <pc:picChg chg="del">
          <ac:chgData name="hiromi ichikura" userId="sVnQKTKxsUv9D1Ca1yrTwa8SHlrPpxzrg7NR9E8U7XE=" providerId="None" clId="Web-{546294F4-EAE2-43E0-93AB-F1F0364653B1}" dt="2025-03-13T22:27:18.965" v="38"/>
          <ac:picMkLst>
            <pc:docMk/>
            <pc:sldMk cId="2343382988" sldId="268"/>
            <ac:picMk id="31" creationId="{E6C1F9E3-B583-8639-3841-6DCA230BF265}"/>
          </ac:picMkLst>
        </pc:picChg>
        <pc:picChg chg="add del mod">
          <ac:chgData name="hiromi ichikura" userId="sVnQKTKxsUv9D1Ca1yrTwa8SHlrPpxzrg7NR9E8U7XE=" providerId="None" clId="Web-{546294F4-EAE2-43E0-93AB-F1F0364653B1}" dt="2025-03-13T22:30:38.959" v="119"/>
          <ac:picMkLst>
            <pc:docMk/>
            <pc:sldMk cId="2343382988" sldId="268"/>
            <ac:picMk id="41" creationId="{D4DB4ACA-AD07-77A0-4E93-03F8A37F71EF}"/>
          </ac:picMkLst>
        </pc:picChg>
        <pc:picChg chg="add mod">
          <ac:chgData name="hiromi ichikura" userId="sVnQKTKxsUv9D1Ca1yrTwa8SHlrPpxzrg7NR9E8U7XE=" providerId="None" clId="Web-{546294F4-EAE2-43E0-93AB-F1F0364653B1}" dt="2025-03-13T22:43:14.315" v="319" actId="1076"/>
          <ac:picMkLst>
            <pc:docMk/>
            <pc:sldMk cId="2343382988" sldId="268"/>
            <ac:picMk id="43" creationId="{F811D2D9-CB4F-E128-6639-8150B7598537}"/>
          </ac:picMkLst>
        </pc:picChg>
        <pc:picChg chg="add mod">
          <ac:chgData name="hiromi ichikura" userId="sVnQKTKxsUv9D1Ca1yrTwa8SHlrPpxzrg7NR9E8U7XE=" providerId="None" clId="Web-{546294F4-EAE2-43E0-93AB-F1F0364653B1}" dt="2025-03-13T22:43:14.361" v="320" actId="1076"/>
          <ac:picMkLst>
            <pc:docMk/>
            <pc:sldMk cId="2343382988" sldId="268"/>
            <ac:picMk id="60" creationId="{18A8B616-41E9-BC55-1A08-363CF2789F71}"/>
          </ac:picMkLst>
        </pc:picChg>
        <pc:picChg chg="add mod">
          <ac:chgData name="hiromi ichikura" userId="sVnQKTKxsUv9D1Ca1yrTwa8SHlrPpxzrg7NR9E8U7XE=" providerId="None" clId="Web-{546294F4-EAE2-43E0-93AB-F1F0364653B1}" dt="2025-03-13T22:43:14.408" v="321" actId="1076"/>
          <ac:picMkLst>
            <pc:docMk/>
            <pc:sldMk cId="2343382988" sldId="268"/>
            <ac:picMk id="89" creationId="{086D565C-9674-09D4-5BFA-17B24242267F}"/>
          </ac:picMkLst>
        </pc:picChg>
        <pc:picChg chg="add mod">
          <ac:chgData name="hiromi ichikura" userId="sVnQKTKxsUv9D1Ca1yrTwa8SHlrPpxzrg7NR9E8U7XE=" providerId="None" clId="Web-{546294F4-EAE2-43E0-93AB-F1F0364653B1}" dt="2025-03-13T22:43:14.455" v="322" actId="1076"/>
          <ac:picMkLst>
            <pc:docMk/>
            <pc:sldMk cId="2343382988" sldId="268"/>
            <ac:picMk id="93" creationId="{A80D3F66-94CC-3034-86C2-D64A3E86E3F4}"/>
          </ac:picMkLst>
        </pc:picChg>
        <pc:picChg chg="add mod">
          <ac:chgData name="hiromi ichikura" userId="sVnQKTKxsUv9D1Ca1yrTwa8SHlrPpxzrg7NR9E8U7XE=" providerId="None" clId="Web-{546294F4-EAE2-43E0-93AB-F1F0364653B1}" dt="2025-03-13T22:43:14.518" v="323" actId="1076"/>
          <ac:picMkLst>
            <pc:docMk/>
            <pc:sldMk cId="2343382988" sldId="268"/>
            <ac:picMk id="128" creationId="{EAADAE80-3A46-521B-E494-EBBEC8C12A7E}"/>
          </ac:picMkLst>
        </pc:picChg>
        <pc:picChg chg="add del mod">
          <ac:chgData name="hiromi ichikura" userId="sVnQKTKxsUv9D1Ca1yrTwa8SHlrPpxzrg7NR9E8U7XE=" providerId="None" clId="Web-{546294F4-EAE2-43E0-93AB-F1F0364653B1}" dt="2025-03-13T22:35:11.435" v="170"/>
          <ac:picMkLst>
            <pc:docMk/>
            <pc:sldMk cId="2343382988" sldId="268"/>
            <ac:picMk id="130" creationId="{8EF4F2F9-CAE5-BDCE-C3F8-8C8B43769ADA}"/>
          </ac:picMkLst>
        </pc:picChg>
        <pc:picChg chg="add mod">
          <ac:chgData name="hiromi ichikura" userId="sVnQKTKxsUv9D1Ca1yrTwa8SHlrPpxzrg7NR9E8U7XE=" providerId="None" clId="Web-{546294F4-EAE2-43E0-93AB-F1F0364653B1}" dt="2025-03-13T22:43:14.565" v="324" actId="1076"/>
          <ac:picMkLst>
            <pc:docMk/>
            <pc:sldMk cId="2343382988" sldId="268"/>
            <ac:picMk id="167" creationId="{375E22BD-BDB2-EEE9-E227-8A195B245B14}"/>
          </ac:picMkLst>
        </pc:picChg>
      </pc:sldChg>
    </pc:docChg>
  </pc:docChgLst>
  <pc:docChgLst>
    <pc:chgData name="hiromi ichikura" userId="sVnQKTKxsUv9D1Ca1yrTwa8SHlrPpxzrg7NR9E8U7XE=" providerId="None" clId="Web-{8DD5F3D9-81EA-4D34-8DDF-1F9A9DF47AD8}"/>
    <pc:docChg chg="modSld">
      <pc:chgData name="hiromi ichikura" userId="sVnQKTKxsUv9D1Ca1yrTwa8SHlrPpxzrg7NR9E8U7XE=" providerId="None" clId="Web-{8DD5F3D9-81EA-4D34-8DDF-1F9A9DF47AD8}" dt="2025-03-11T13:30:09.868" v="16" actId="20577"/>
      <pc:docMkLst>
        <pc:docMk/>
      </pc:docMkLst>
      <pc:sldChg chg="delSp modSp">
        <pc:chgData name="hiromi ichikura" userId="sVnQKTKxsUv9D1Ca1yrTwa8SHlrPpxzrg7NR9E8U7XE=" providerId="None" clId="Web-{8DD5F3D9-81EA-4D34-8DDF-1F9A9DF47AD8}" dt="2025-03-11T13:30:09.868" v="16" actId="20577"/>
        <pc:sldMkLst>
          <pc:docMk/>
          <pc:sldMk cId="611868077" sldId="272"/>
        </pc:sldMkLst>
        <pc:spChg chg="mod">
          <ac:chgData name="hiromi ichikura" userId="sVnQKTKxsUv9D1Ca1yrTwa8SHlrPpxzrg7NR9E8U7XE=" providerId="None" clId="Web-{8DD5F3D9-81EA-4D34-8DDF-1F9A9DF47AD8}" dt="2025-03-11T13:30:09.868" v="16" actId="20577"/>
          <ac:spMkLst>
            <pc:docMk/>
            <pc:sldMk cId="611868077" sldId="272"/>
            <ac:spMk id="10" creationId="{2EBB3893-9518-625A-1E0A-FB26DB40FD33}"/>
          </ac:spMkLst>
        </pc:spChg>
        <pc:spChg chg="mod">
          <ac:chgData name="hiromi ichikura" userId="sVnQKTKxsUv9D1Ca1yrTwa8SHlrPpxzrg7NR9E8U7XE=" providerId="None" clId="Web-{8DD5F3D9-81EA-4D34-8DDF-1F9A9DF47AD8}" dt="2025-03-11T13:30:07.337" v="14" actId="20577"/>
          <ac:spMkLst>
            <pc:docMk/>
            <pc:sldMk cId="611868077" sldId="272"/>
            <ac:spMk id="24" creationId="{1AC71502-5A3D-2AB2-A46D-0D7FA4C2862B}"/>
          </ac:spMkLst>
        </pc:spChg>
        <pc:spChg chg="del mod">
          <ac:chgData name="hiromi ichikura" userId="sVnQKTKxsUv9D1Ca1yrTwa8SHlrPpxzrg7NR9E8U7XE=" providerId="None" clId="Web-{8DD5F3D9-81EA-4D34-8DDF-1F9A9DF47AD8}" dt="2025-03-11T13:29:26.523" v="4"/>
          <ac:spMkLst>
            <pc:docMk/>
            <pc:sldMk cId="611868077" sldId="272"/>
            <ac:spMk id="26" creationId="{C2545326-F872-641B-C95F-FA613130307C}"/>
          </ac:spMkLst>
        </pc:spChg>
        <pc:spChg chg="del mod">
          <ac:chgData name="hiromi ichikura" userId="sVnQKTKxsUv9D1Ca1yrTwa8SHlrPpxzrg7NR9E8U7XE=" providerId="None" clId="Web-{8DD5F3D9-81EA-4D34-8DDF-1F9A9DF47AD8}" dt="2025-03-11T13:29:38.070" v="9"/>
          <ac:spMkLst>
            <pc:docMk/>
            <pc:sldMk cId="611868077" sldId="272"/>
            <ac:spMk id="28" creationId="{2A057EC0-2991-FB37-3969-A3C319697B3F}"/>
          </ac:spMkLst>
        </pc:spChg>
        <pc:spChg chg="mod">
          <ac:chgData name="hiromi ichikura" userId="sVnQKTKxsUv9D1Ca1yrTwa8SHlrPpxzrg7NR9E8U7XE=" providerId="None" clId="Web-{8DD5F3D9-81EA-4D34-8DDF-1F9A9DF47AD8}" dt="2025-03-11T13:29:22.319" v="2" actId="1076"/>
          <ac:spMkLst>
            <pc:docMk/>
            <pc:sldMk cId="611868077" sldId="272"/>
            <ac:spMk id="43" creationId="{795E2919-F79E-07C7-6E9D-38B02F8BFFEB}"/>
          </ac:spMkLst>
        </pc:spChg>
        <pc:spChg chg="mod">
          <ac:chgData name="hiromi ichikura" userId="sVnQKTKxsUv9D1Ca1yrTwa8SHlrPpxzrg7NR9E8U7XE=" providerId="None" clId="Web-{8DD5F3D9-81EA-4D34-8DDF-1F9A9DF47AD8}" dt="2025-03-11T13:29:22.351" v="3" actId="1076"/>
          <ac:spMkLst>
            <pc:docMk/>
            <pc:sldMk cId="611868077" sldId="272"/>
            <ac:spMk id="120" creationId="{089DCD4E-45D2-7F13-3095-FDF0A100DCB6}"/>
          </ac:spMkLst>
        </pc:spChg>
      </pc:sldChg>
    </pc:docChg>
  </pc:docChgLst>
  <pc:docChgLst>
    <pc:chgData name="hiromi ichikura" userId="sVnQKTKxsUv9D1Ca1yrTwa8SHlrPpxzrg7NR9E8U7XE=" providerId="None" clId="Web-{E0BC2DF0-C393-4EF3-B3E3-E90C9E81E94F}"/>
    <pc:docChg chg="addSld delSld modSld sldOrd">
      <pc:chgData name="hiromi ichikura" userId="sVnQKTKxsUv9D1Ca1yrTwa8SHlrPpxzrg7NR9E8U7XE=" providerId="None" clId="Web-{E0BC2DF0-C393-4EF3-B3E3-E90C9E81E94F}" dt="2025-03-08T02:35:45.752" v="403" actId="20577"/>
      <pc:docMkLst>
        <pc:docMk/>
      </pc:docMkLst>
      <pc:sldChg chg="addSp delSp modSp ord">
        <pc:chgData name="hiromi ichikura" userId="sVnQKTKxsUv9D1Ca1yrTwa8SHlrPpxzrg7NR9E8U7XE=" providerId="None" clId="Web-{E0BC2DF0-C393-4EF3-B3E3-E90C9E81E94F}" dt="2025-03-08T01:51:54.239" v="352" actId="20577"/>
        <pc:sldMkLst>
          <pc:docMk/>
          <pc:sldMk cId="2343382988" sldId="268"/>
        </pc:sldMkLst>
        <pc:spChg chg="mod">
          <ac:chgData name="hiromi ichikura" userId="sVnQKTKxsUv9D1Ca1yrTwa8SHlrPpxzrg7NR9E8U7XE=" providerId="None" clId="Web-{E0BC2DF0-C393-4EF3-B3E3-E90C9E81E94F}" dt="2025-03-08T01:19:19.168" v="11" actId="1076"/>
          <ac:spMkLst>
            <pc:docMk/>
            <pc:sldMk cId="2343382988" sldId="268"/>
            <ac:spMk id="6" creationId="{305213FD-3D1A-75BF-5F7F-3325F7175C7B}"/>
          </ac:spMkLst>
        </pc:spChg>
        <pc:spChg chg="mod">
          <ac:chgData name="hiromi ichikura" userId="sVnQKTKxsUv9D1Ca1yrTwa8SHlrPpxzrg7NR9E8U7XE=" providerId="None" clId="Web-{E0BC2DF0-C393-4EF3-B3E3-E90C9E81E94F}" dt="2025-03-08T01:19:14.730" v="10" actId="1076"/>
          <ac:spMkLst>
            <pc:docMk/>
            <pc:sldMk cId="2343382988" sldId="268"/>
            <ac:spMk id="15" creationId="{F60E53A9-42EC-7187-53E4-AE8F25DD2798}"/>
          </ac:spMkLst>
        </pc:spChg>
        <pc:spChg chg="add mod">
          <ac:chgData name="hiromi ichikura" userId="sVnQKTKxsUv9D1Ca1yrTwa8SHlrPpxzrg7NR9E8U7XE=" providerId="None" clId="Web-{E0BC2DF0-C393-4EF3-B3E3-E90C9E81E94F}" dt="2025-03-08T01:29:20.317" v="97" actId="14100"/>
          <ac:spMkLst>
            <pc:docMk/>
            <pc:sldMk cId="2343382988" sldId="268"/>
            <ac:spMk id="23" creationId="{97A24E63-C1FF-92C5-6659-9182F6E13F09}"/>
          </ac:spMkLst>
        </pc:spChg>
        <pc:spChg chg="add del mod">
          <ac:chgData name="hiromi ichikura" userId="sVnQKTKxsUv9D1Ca1yrTwa8SHlrPpxzrg7NR9E8U7XE=" providerId="None" clId="Web-{E0BC2DF0-C393-4EF3-B3E3-E90C9E81E94F}" dt="2025-03-08T01:21:05.328" v="21"/>
          <ac:spMkLst>
            <pc:docMk/>
            <pc:sldMk cId="2343382988" sldId="268"/>
            <ac:spMk id="35" creationId="{2F898503-50D8-472A-904B-9E6D3A9230F3}"/>
          </ac:spMkLst>
        </pc:spChg>
        <pc:spChg chg="mod topLvl">
          <ac:chgData name="hiromi ichikura" userId="sVnQKTKxsUv9D1Ca1yrTwa8SHlrPpxzrg7NR9E8U7XE=" providerId="None" clId="Web-{E0BC2DF0-C393-4EF3-B3E3-E90C9E81E94F}" dt="2025-03-08T01:40:50.591" v="254"/>
          <ac:spMkLst>
            <pc:docMk/>
            <pc:sldMk cId="2343382988" sldId="268"/>
            <ac:spMk id="37" creationId="{EF8778A9-0A4F-2BAA-6E07-086CE357906B}"/>
          </ac:spMkLst>
        </pc:spChg>
        <pc:spChg chg="mod">
          <ac:chgData name="hiromi ichikura" userId="sVnQKTKxsUv9D1Ca1yrTwa8SHlrPpxzrg7NR9E8U7XE=" providerId="None" clId="Web-{E0BC2DF0-C393-4EF3-B3E3-E90C9E81E94F}" dt="2025-03-08T01:40:26.840" v="239" actId="14100"/>
          <ac:spMkLst>
            <pc:docMk/>
            <pc:sldMk cId="2343382988" sldId="268"/>
            <ac:spMk id="39" creationId="{AB6E6AD9-D9CE-772F-6327-6C12A7BCA7DA}"/>
          </ac:spMkLst>
        </pc:spChg>
        <pc:spChg chg="add del mod">
          <ac:chgData name="hiromi ichikura" userId="sVnQKTKxsUv9D1Ca1yrTwa8SHlrPpxzrg7NR9E8U7XE=" providerId="None" clId="Web-{E0BC2DF0-C393-4EF3-B3E3-E90C9E81E94F}" dt="2025-03-08T01:27:22.607" v="72"/>
          <ac:spMkLst>
            <pc:docMk/>
            <pc:sldMk cId="2343382988" sldId="268"/>
            <ac:spMk id="41" creationId="{E096B8A7-9D3A-198E-E1C7-A68E5DA86D1F}"/>
          </ac:spMkLst>
        </pc:spChg>
        <pc:spChg chg="add del">
          <ac:chgData name="hiromi ichikura" userId="sVnQKTKxsUv9D1Ca1yrTwa8SHlrPpxzrg7NR9E8U7XE=" providerId="None" clId="Web-{E0BC2DF0-C393-4EF3-B3E3-E90C9E81E94F}" dt="2025-03-08T01:29:14.301" v="95"/>
          <ac:spMkLst>
            <pc:docMk/>
            <pc:sldMk cId="2343382988" sldId="268"/>
            <ac:spMk id="43" creationId="{522D2BBA-C220-1FAF-29E0-EED7DBAB4982}"/>
          </ac:spMkLst>
        </pc:spChg>
        <pc:spChg chg="add mod">
          <ac:chgData name="hiromi ichikura" userId="sVnQKTKxsUv9D1Ca1yrTwa8SHlrPpxzrg7NR9E8U7XE=" providerId="None" clId="Web-{E0BC2DF0-C393-4EF3-B3E3-E90C9E81E94F}" dt="2025-03-08T01:29:35.005" v="101"/>
          <ac:spMkLst>
            <pc:docMk/>
            <pc:sldMk cId="2343382988" sldId="268"/>
            <ac:spMk id="44" creationId="{98A53CCF-7BBA-59EC-F742-E9283477B1DD}"/>
          </ac:spMkLst>
        </pc:spChg>
        <pc:spChg chg="mod topLvl">
          <ac:chgData name="hiromi ichikura" userId="sVnQKTKxsUv9D1Ca1yrTwa8SHlrPpxzrg7NR9E8U7XE=" providerId="None" clId="Web-{E0BC2DF0-C393-4EF3-B3E3-E90C9E81E94F}" dt="2025-03-08T01:40:50.591" v="254"/>
          <ac:spMkLst>
            <pc:docMk/>
            <pc:sldMk cId="2343382988" sldId="268"/>
            <ac:spMk id="61" creationId="{63EB20E7-8859-3A54-70BC-F64378D268E1}"/>
          </ac:spMkLst>
        </pc:spChg>
        <pc:spChg chg="mod topLvl">
          <ac:chgData name="hiromi ichikura" userId="sVnQKTKxsUv9D1Ca1yrTwa8SHlrPpxzrg7NR9E8U7XE=" providerId="None" clId="Web-{E0BC2DF0-C393-4EF3-B3E3-E90C9E81E94F}" dt="2025-03-08T01:40:50.591" v="254"/>
          <ac:spMkLst>
            <pc:docMk/>
            <pc:sldMk cId="2343382988" sldId="268"/>
            <ac:spMk id="62" creationId="{F40A8B4D-1073-9594-F32D-0BA4625DA3F0}"/>
          </ac:spMkLst>
        </pc:spChg>
        <pc:spChg chg="mod topLvl">
          <ac:chgData name="hiromi ichikura" userId="sVnQKTKxsUv9D1Ca1yrTwa8SHlrPpxzrg7NR9E8U7XE=" providerId="None" clId="Web-{E0BC2DF0-C393-4EF3-B3E3-E90C9E81E94F}" dt="2025-03-08T01:40:50.591" v="254"/>
          <ac:spMkLst>
            <pc:docMk/>
            <pc:sldMk cId="2343382988" sldId="268"/>
            <ac:spMk id="63" creationId="{5F656664-86C6-12DE-CFA0-31F947004E21}"/>
          </ac:spMkLst>
        </pc:spChg>
        <pc:spChg chg="mod topLvl">
          <ac:chgData name="hiromi ichikura" userId="sVnQKTKxsUv9D1Ca1yrTwa8SHlrPpxzrg7NR9E8U7XE=" providerId="None" clId="Web-{E0BC2DF0-C393-4EF3-B3E3-E90C9E81E94F}" dt="2025-03-08T01:40:50.591" v="254"/>
          <ac:spMkLst>
            <pc:docMk/>
            <pc:sldMk cId="2343382988" sldId="268"/>
            <ac:spMk id="65" creationId="{7BD9EC1F-8F78-4A7E-777A-F2E700427574}"/>
          </ac:spMkLst>
        </pc:spChg>
        <pc:spChg chg="mod topLvl">
          <ac:chgData name="hiromi ichikura" userId="sVnQKTKxsUv9D1Ca1yrTwa8SHlrPpxzrg7NR9E8U7XE=" providerId="None" clId="Web-{E0BC2DF0-C393-4EF3-B3E3-E90C9E81E94F}" dt="2025-03-08T01:40:50.591" v="254"/>
          <ac:spMkLst>
            <pc:docMk/>
            <pc:sldMk cId="2343382988" sldId="268"/>
            <ac:spMk id="66" creationId="{44C1D3F9-FFDD-2EFE-3C4B-BBA3C2931D07}"/>
          </ac:spMkLst>
        </pc:spChg>
        <pc:spChg chg="mod">
          <ac:chgData name="hiromi ichikura" userId="sVnQKTKxsUv9D1Ca1yrTwa8SHlrPpxzrg7NR9E8U7XE=" providerId="None" clId="Web-{E0BC2DF0-C393-4EF3-B3E3-E90C9E81E94F}" dt="2025-03-08T01:40:27.293" v="245" actId="14100"/>
          <ac:spMkLst>
            <pc:docMk/>
            <pc:sldMk cId="2343382988" sldId="268"/>
            <ac:spMk id="67" creationId="{514BD508-0955-4B80-B2EA-A11232229813}"/>
          </ac:spMkLst>
        </pc:spChg>
        <pc:spChg chg="mod topLvl">
          <ac:chgData name="hiromi ichikura" userId="sVnQKTKxsUv9D1Ca1yrTwa8SHlrPpxzrg7NR9E8U7XE=" providerId="None" clId="Web-{E0BC2DF0-C393-4EF3-B3E3-E90C9E81E94F}" dt="2025-03-08T01:40:50.591" v="254"/>
          <ac:spMkLst>
            <pc:docMk/>
            <pc:sldMk cId="2343382988" sldId="268"/>
            <ac:spMk id="68" creationId="{5407585D-8427-8DB0-A208-CFAF24E27F44}"/>
          </ac:spMkLst>
        </pc:spChg>
        <pc:spChg chg="mod">
          <ac:chgData name="hiromi ichikura" userId="sVnQKTKxsUv9D1Ca1yrTwa8SHlrPpxzrg7NR9E8U7XE=" providerId="None" clId="Web-{E0BC2DF0-C393-4EF3-B3E3-E90C9E81E94F}" dt="2025-03-08T01:18:56.277" v="6" actId="1076"/>
          <ac:spMkLst>
            <pc:docMk/>
            <pc:sldMk cId="2343382988" sldId="268"/>
            <ac:spMk id="81" creationId="{8621F258-2201-2953-CC80-83165F176721}"/>
          </ac:spMkLst>
        </pc:spChg>
        <pc:spChg chg="mod">
          <ac:chgData name="hiromi ichikura" userId="sVnQKTKxsUv9D1Ca1yrTwa8SHlrPpxzrg7NR9E8U7XE=" providerId="None" clId="Web-{E0BC2DF0-C393-4EF3-B3E3-E90C9E81E94F}" dt="2025-03-08T01:19:06.918" v="8" actId="1076"/>
          <ac:spMkLst>
            <pc:docMk/>
            <pc:sldMk cId="2343382988" sldId="268"/>
            <ac:spMk id="82" creationId="{16C99C7F-C0F4-69C1-F622-6B086364FA04}"/>
          </ac:spMkLst>
        </pc:spChg>
        <pc:spChg chg="mod topLvl">
          <ac:chgData name="hiromi ichikura" userId="sVnQKTKxsUv9D1Ca1yrTwa8SHlrPpxzrg7NR9E8U7XE=" providerId="None" clId="Web-{E0BC2DF0-C393-4EF3-B3E3-E90C9E81E94F}" dt="2025-03-08T01:40:50.591" v="254"/>
          <ac:spMkLst>
            <pc:docMk/>
            <pc:sldMk cId="2343382988" sldId="268"/>
            <ac:spMk id="87" creationId="{1B5F272C-3D8E-5D2E-C7EE-1E346D1BD79A}"/>
          </ac:spMkLst>
        </pc:spChg>
        <pc:spChg chg="mod">
          <ac:chgData name="hiromi ichikura" userId="sVnQKTKxsUv9D1Ca1yrTwa8SHlrPpxzrg7NR9E8U7XE=" providerId="None" clId="Web-{E0BC2DF0-C393-4EF3-B3E3-E90C9E81E94F}" dt="2025-03-08T01:28:30.984" v="89"/>
          <ac:spMkLst>
            <pc:docMk/>
            <pc:sldMk cId="2343382988" sldId="268"/>
            <ac:spMk id="90" creationId="{15C8CB8E-1042-54E3-9463-2A4E44924C43}"/>
          </ac:spMkLst>
        </pc:spChg>
        <pc:spChg chg="mod">
          <ac:chgData name="hiromi ichikura" userId="sVnQKTKxsUv9D1Ca1yrTwa8SHlrPpxzrg7NR9E8U7XE=" providerId="None" clId="Web-{E0BC2DF0-C393-4EF3-B3E3-E90C9E81E94F}" dt="2025-03-08T01:41:10.076" v="256" actId="1076"/>
          <ac:spMkLst>
            <pc:docMk/>
            <pc:sldMk cId="2343382988" sldId="268"/>
            <ac:spMk id="95" creationId="{E2D49716-EA9F-4B9F-9FAE-1D628F441DAC}"/>
          </ac:spMkLst>
        </pc:spChg>
        <pc:spChg chg="mod">
          <ac:chgData name="hiromi ichikura" userId="sVnQKTKxsUv9D1Ca1yrTwa8SHlrPpxzrg7NR9E8U7XE=" providerId="None" clId="Web-{E0BC2DF0-C393-4EF3-B3E3-E90C9E81E94F}" dt="2025-03-08T01:28:58.066" v="91"/>
          <ac:spMkLst>
            <pc:docMk/>
            <pc:sldMk cId="2343382988" sldId="268"/>
            <ac:spMk id="110" creationId="{5D7E540E-AFAA-F40F-CD30-4BA867F35F36}"/>
          </ac:spMkLst>
        </pc:spChg>
        <pc:spChg chg="mod">
          <ac:chgData name="hiromi ichikura" userId="sVnQKTKxsUv9D1Ca1yrTwa8SHlrPpxzrg7NR9E8U7XE=" providerId="None" clId="Web-{E0BC2DF0-C393-4EF3-B3E3-E90C9E81E94F}" dt="2025-03-08T01:28:53.129" v="90"/>
          <ac:spMkLst>
            <pc:docMk/>
            <pc:sldMk cId="2343382988" sldId="268"/>
            <ac:spMk id="111" creationId="{05362E80-F9C9-C64E-DF1E-3D816F7AC37E}"/>
          </ac:spMkLst>
        </pc:spChg>
        <pc:spChg chg="mod">
          <ac:chgData name="hiromi ichikura" userId="sVnQKTKxsUv9D1Ca1yrTwa8SHlrPpxzrg7NR9E8U7XE=" providerId="None" clId="Web-{E0BC2DF0-C393-4EF3-B3E3-E90C9E81E94F}" dt="2025-03-08T01:19:22.762" v="12" actId="1076"/>
          <ac:spMkLst>
            <pc:docMk/>
            <pc:sldMk cId="2343382988" sldId="268"/>
            <ac:spMk id="120" creationId="{0D7F8D1B-86DC-FE95-56CB-3DE83F5AF0A4}"/>
          </ac:spMkLst>
        </pc:spChg>
        <pc:spChg chg="mod">
          <ac:chgData name="hiromi ichikura" userId="sVnQKTKxsUv9D1Ca1yrTwa8SHlrPpxzrg7NR9E8U7XE=" providerId="None" clId="Web-{E0BC2DF0-C393-4EF3-B3E3-E90C9E81E94F}" dt="2025-03-08T01:40:27.527" v="248" actId="14100"/>
          <ac:spMkLst>
            <pc:docMk/>
            <pc:sldMk cId="2343382988" sldId="268"/>
            <ac:spMk id="124" creationId="{579B5117-B1BF-6721-7459-8DF8D7CFDCCD}"/>
          </ac:spMkLst>
        </pc:spChg>
        <pc:spChg chg="mod topLvl">
          <ac:chgData name="hiromi ichikura" userId="sVnQKTKxsUv9D1Ca1yrTwa8SHlrPpxzrg7NR9E8U7XE=" providerId="None" clId="Web-{E0BC2DF0-C393-4EF3-B3E3-E90C9E81E94F}" dt="2025-03-08T01:40:50.591" v="254"/>
          <ac:spMkLst>
            <pc:docMk/>
            <pc:sldMk cId="2343382988" sldId="268"/>
            <ac:spMk id="125" creationId="{6D9A6935-0003-E5B7-EF21-51DBCF248283}"/>
          </ac:spMkLst>
        </pc:spChg>
        <pc:spChg chg="mod topLvl">
          <ac:chgData name="hiromi ichikura" userId="sVnQKTKxsUv9D1Ca1yrTwa8SHlrPpxzrg7NR9E8U7XE=" providerId="None" clId="Web-{E0BC2DF0-C393-4EF3-B3E3-E90C9E81E94F}" dt="2025-03-08T01:40:50.591" v="254"/>
          <ac:spMkLst>
            <pc:docMk/>
            <pc:sldMk cId="2343382988" sldId="268"/>
            <ac:spMk id="131" creationId="{2FBC56DB-4102-DB11-46E9-D61F1B62BD1F}"/>
          </ac:spMkLst>
        </pc:spChg>
        <pc:spChg chg="mod">
          <ac:chgData name="hiromi ichikura" userId="sVnQKTKxsUv9D1Ca1yrTwa8SHlrPpxzrg7NR9E8U7XE=" providerId="None" clId="Web-{E0BC2DF0-C393-4EF3-B3E3-E90C9E81E94F}" dt="2025-03-08T01:40:27.762" v="251" actId="14100"/>
          <ac:spMkLst>
            <pc:docMk/>
            <pc:sldMk cId="2343382988" sldId="268"/>
            <ac:spMk id="138" creationId="{EF806CB3-3982-8130-F26C-40AAD40B667A}"/>
          </ac:spMkLst>
        </pc:spChg>
        <pc:spChg chg="mod">
          <ac:chgData name="hiromi ichikura" userId="sVnQKTKxsUv9D1Ca1yrTwa8SHlrPpxzrg7NR9E8U7XE=" providerId="None" clId="Web-{E0BC2DF0-C393-4EF3-B3E3-E90C9E81E94F}" dt="2025-03-08T01:51:54.239" v="352" actId="20577"/>
          <ac:spMkLst>
            <pc:docMk/>
            <pc:sldMk cId="2343382988" sldId="268"/>
            <ac:spMk id="158" creationId="{4D326EE9-D404-37B8-BCA5-A5C27FEF1FA6}"/>
          </ac:spMkLst>
        </pc:spChg>
        <pc:grpChg chg="add mod">
          <ac:chgData name="hiromi ichikura" userId="sVnQKTKxsUv9D1Ca1yrTwa8SHlrPpxzrg7NR9E8U7XE=" providerId="None" clId="Web-{E0BC2DF0-C393-4EF3-B3E3-E90C9E81E94F}" dt="2025-03-08T01:20:11.264" v="17" actId="1076"/>
          <ac:grpSpMkLst>
            <pc:docMk/>
            <pc:sldMk cId="2343382988" sldId="268"/>
            <ac:grpSpMk id="7" creationId="{289BF303-B401-6166-07AC-2EA7B4EE8307}"/>
          </ac:grpSpMkLst>
        </pc:grpChg>
        <pc:grpChg chg="add mod">
          <ac:chgData name="hiromi ichikura" userId="sVnQKTKxsUv9D1Ca1yrTwa8SHlrPpxzrg7NR9E8U7XE=" providerId="None" clId="Web-{E0BC2DF0-C393-4EF3-B3E3-E90C9E81E94F}" dt="2025-03-08T01:20:02.951" v="16" actId="1076"/>
          <ac:grpSpMkLst>
            <pc:docMk/>
            <pc:sldMk cId="2343382988" sldId="268"/>
            <ac:grpSpMk id="8" creationId="{3EB35312-DA32-DEEC-1241-DCF7C5102DF5}"/>
          </ac:grpSpMkLst>
        </pc:grpChg>
        <pc:grpChg chg="mod">
          <ac:chgData name="hiromi ichikura" userId="sVnQKTKxsUv9D1Ca1yrTwa8SHlrPpxzrg7NR9E8U7XE=" providerId="None" clId="Web-{E0BC2DF0-C393-4EF3-B3E3-E90C9E81E94F}" dt="2025-03-08T01:19:03.183" v="7" actId="1076"/>
          <ac:grpSpMkLst>
            <pc:docMk/>
            <pc:sldMk cId="2343382988" sldId="268"/>
            <ac:grpSpMk id="73" creationId="{F616C0B9-CA4D-76F9-3CC8-5A1C8E02BC1C}"/>
          </ac:grpSpMkLst>
        </pc:grpChg>
        <pc:grpChg chg="add">
          <ac:chgData name="hiromi ichikura" userId="sVnQKTKxsUv9D1Ca1yrTwa8SHlrPpxzrg7NR9E8U7XE=" providerId="None" clId="Web-{E0BC2DF0-C393-4EF3-B3E3-E90C9E81E94F}" dt="2025-03-08T01:40:33.246" v="252"/>
          <ac:grpSpMkLst>
            <pc:docMk/>
            <pc:sldMk cId="2343382988" sldId="268"/>
            <ac:grpSpMk id="93" creationId="{D450452C-36B8-58FB-FE4D-2A7AA7F0F6F9}"/>
          </ac:grpSpMkLst>
        </pc:grpChg>
        <pc:grpChg chg="add">
          <ac:chgData name="hiromi ichikura" userId="sVnQKTKxsUv9D1Ca1yrTwa8SHlrPpxzrg7NR9E8U7XE=" providerId="None" clId="Web-{E0BC2DF0-C393-4EF3-B3E3-E90C9E81E94F}" dt="2025-03-08T01:41:19.467" v="257"/>
          <ac:grpSpMkLst>
            <pc:docMk/>
            <pc:sldMk cId="2343382988" sldId="268"/>
            <ac:grpSpMk id="127" creationId="{567CCC12-F3F4-8FD4-FCF2-6206746D8586}"/>
          </ac:grpSpMkLst>
        </pc:grpChg>
        <pc:graphicFrameChg chg="add mod modGraphic">
          <ac:chgData name="hiromi ichikura" userId="sVnQKTKxsUv9D1Ca1yrTwa8SHlrPpxzrg7NR9E8U7XE=" providerId="None" clId="Web-{E0BC2DF0-C393-4EF3-B3E3-E90C9E81E94F}" dt="2025-03-08T01:32:39.855" v="127"/>
          <ac:graphicFrameMkLst>
            <pc:docMk/>
            <pc:sldMk cId="2343382988" sldId="268"/>
            <ac:graphicFrameMk id="17" creationId="{F36999E8-EFCB-BF97-4812-48A3D0BBABE2}"/>
          </ac:graphicFrameMkLst>
        </pc:graphicFrameChg>
        <pc:graphicFrameChg chg="add del mod">
          <ac:chgData name="hiromi ichikura" userId="sVnQKTKxsUv9D1Ca1yrTwa8SHlrPpxzrg7NR9E8U7XE=" providerId="None" clId="Web-{E0BC2DF0-C393-4EF3-B3E3-E90C9E81E94F}" dt="2025-03-08T01:31:32.571" v="110"/>
          <ac:graphicFrameMkLst>
            <pc:docMk/>
            <pc:sldMk cId="2343382988" sldId="268"/>
            <ac:graphicFrameMk id="89" creationId="{F0609538-AA58-59C6-5F38-A3248D92506F}"/>
          </ac:graphicFrameMkLst>
        </pc:graphicFrameChg>
        <pc:graphicFrameChg chg="add del mod">
          <ac:chgData name="hiromi ichikura" userId="sVnQKTKxsUv9D1Ca1yrTwa8SHlrPpxzrg7NR9E8U7XE=" providerId="None" clId="Web-{E0BC2DF0-C393-4EF3-B3E3-E90C9E81E94F}" dt="2025-03-08T01:51:42.019" v="351"/>
          <ac:graphicFrameMkLst>
            <pc:docMk/>
            <pc:sldMk cId="2343382988" sldId="268"/>
            <ac:graphicFrameMk id="129" creationId="{CE0091DB-4930-F607-0CE9-5D0B493D2056}"/>
          </ac:graphicFrameMkLst>
        </pc:graphicFrameChg>
        <pc:picChg chg="mod">
          <ac:chgData name="hiromi ichikura" userId="sVnQKTKxsUv9D1Ca1yrTwa8SHlrPpxzrg7NR9E8U7XE=" providerId="None" clId="Web-{E0BC2DF0-C393-4EF3-B3E3-E90C9E81E94F}" dt="2025-03-08T01:41:08.404" v="255" actId="14100"/>
          <ac:picMkLst>
            <pc:docMk/>
            <pc:sldMk cId="2343382988" sldId="268"/>
            <ac:picMk id="92" creationId="{2D457486-CEC4-29D4-DCFE-16F4613131FD}"/>
          </ac:picMkLst>
        </pc:picChg>
      </pc:sldChg>
      <pc:sldChg chg="modSp add del replId">
        <pc:chgData name="hiromi ichikura" userId="sVnQKTKxsUv9D1Ca1yrTwa8SHlrPpxzrg7NR9E8U7XE=" providerId="None" clId="Web-{E0BC2DF0-C393-4EF3-B3E3-E90C9E81E94F}" dt="2025-03-08T01:30:33.429" v="102"/>
        <pc:sldMkLst>
          <pc:docMk/>
          <pc:sldMk cId="3300541303" sldId="269"/>
        </pc:sldMkLst>
        <pc:graphicFrameChg chg="mod modGraphic">
          <ac:chgData name="hiromi ichikura" userId="sVnQKTKxsUv9D1Ca1yrTwa8SHlrPpxzrg7NR9E8U7XE=" providerId="None" clId="Web-{E0BC2DF0-C393-4EF3-B3E3-E90C9E81E94F}" dt="2025-03-08T01:21:58.236" v="29"/>
          <ac:graphicFrameMkLst>
            <pc:docMk/>
            <pc:sldMk cId="3300541303" sldId="269"/>
            <ac:graphicFrameMk id="17" creationId="{613CD96E-349E-A771-FB2D-1F03F260F222}"/>
          </ac:graphicFrameMkLst>
        </pc:graphicFrameChg>
      </pc:sldChg>
      <pc:sldChg chg="add ord">
        <pc:chgData name="hiromi ichikura" userId="sVnQKTKxsUv9D1Ca1yrTwa8SHlrPpxzrg7NR9E8U7XE=" providerId="None" clId="Web-{E0BC2DF0-C393-4EF3-B3E3-E90C9E81E94F}" dt="2025-03-08T01:23:57.584" v="31"/>
        <pc:sldMkLst>
          <pc:docMk/>
          <pc:sldMk cId="4060142715" sldId="270"/>
        </pc:sldMkLst>
      </pc:sldChg>
      <pc:sldChg chg="addSp delSp modSp add replId">
        <pc:chgData name="hiromi ichikura" userId="sVnQKTKxsUv9D1Ca1yrTwa8SHlrPpxzrg7NR9E8U7XE=" providerId="None" clId="Web-{E0BC2DF0-C393-4EF3-B3E3-E90C9E81E94F}" dt="2025-03-08T02:35:45.752" v="403" actId="20577"/>
        <pc:sldMkLst>
          <pc:docMk/>
          <pc:sldMk cId="1156776606" sldId="271"/>
        </pc:sldMkLst>
        <pc:spChg chg="add mod">
          <ac:chgData name="hiromi ichikura" userId="sVnQKTKxsUv9D1Ca1yrTwa8SHlrPpxzrg7NR9E8U7XE=" providerId="None" clId="Web-{E0BC2DF0-C393-4EF3-B3E3-E90C9E81E94F}" dt="2025-03-08T01:36:19.628" v="195" actId="1076"/>
          <ac:spMkLst>
            <pc:docMk/>
            <pc:sldMk cId="1156776606" sldId="271"/>
            <ac:spMk id="10" creationId="{A29DF523-D0FE-0D15-68CE-795CD6DF810D}"/>
          </ac:spMkLst>
        </pc:spChg>
        <pc:spChg chg="add mod">
          <ac:chgData name="hiromi ichikura" userId="sVnQKTKxsUv9D1Ca1yrTwa8SHlrPpxzrg7NR9E8U7XE=" providerId="None" clId="Web-{E0BC2DF0-C393-4EF3-B3E3-E90C9E81E94F}" dt="2025-03-08T01:36:34.223" v="201" actId="20577"/>
          <ac:spMkLst>
            <pc:docMk/>
            <pc:sldMk cId="1156776606" sldId="271"/>
            <ac:spMk id="15" creationId="{D1BAD971-7B76-1DFA-19EC-1A94864FD2B4}"/>
          </ac:spMkLst>
        </pc:spChg>
        <pc:spChg chg="add mod">
          <ac:chgData name="hiromi ichikura" userId="sVnQKTKxsUv9D1Ca1yrTwa8SHlrPpxzrg7NR9E8U7XE=" providerId="None" clId="Web-{E0BC2DF0-C393-4EF3-B3E3-E90C9E81E94F}" dt="2025-03-08T01:36:52.942" v="208" actId="1076"/>
          <ac:spMkLst>
            <pc:docMk/>
            <pc:sldMk cId="1156776606" sldId="271"/>
            <ac:spMk id="17" creationId="{A8C04390-E783-6E0F-BD95-A604A9AB9AED}"/>
          </ac:spMkLst>
        </pc:spChg>
        <pc:spChg chg="add mod">
          <ac:chgData name="hiromi ichikura" userId="sVnQKTKxsUv9D1Ca1yrTwa8SHlrPpxzrg7NR9E8U7XE=" providerId="None" clId="Web-{E0BC2DF0-C393-4EF3-B3E3-E90C9E81E94F}" dt="2025-03-08T01:37:02.661" v="210" actId="1076"/>
          <ac:spMkLst>
            <pc:docMk/>
            <pc:sldMk cId="1156776606" sldId="271"/>
            <ac:spMk id="23" creationId="{22C1D9D0-D5D9-ADF2-1CB3-9C94185A907B}"/>
          </ac:spMkLst>
        </pc:spChg>
        <pc:spChg chg="add mod">
          <ac:chgData name="hiromi ichikura" userId="sVnQKTKxsUv9D1Ca1yrTwa8SHlrPpxzrg7NR9E8U7XE=" providerId="None" clId="Web-{E0BC2DF0-C393-4EF3-B3E3-E90C9E81E94F}" dt="2025-03-08T01:37:08.489" v="212" actId="1076"/>
          <ac:spMkLst>
            <pc:docMk/>
            <pc:sldMk cId="1156776606" sldId="271"/>
            <ac:spMk id="24" creationId="{8BFA96F0-68EE-18C6-AFF8-FB936257CA53}"/>
          </ac:spMkLst>
        </pc:spChg>
        <pc:spChg chg="add mod">
          <ac:chgData name="hiromi ichikura" userId="sVnQKTKxsUv9D1Ca1yrTwa8SHlrPpxzrg7NR9E8U7XE=" providerId="None" clId="Web-{E0BC2DF0-C393-4EF3-B3E3-E90C9E81E94F}" dt="2025-03-08T01:37:19.896" v="216" actId="20577"/>
          <ac:spMkLst>
            <pc:docMk/>
            <pc:sldMk cId="1156776606" sldId="271"/>
            <ac:spMk id="25" creationId="{087B7076-BFA8-BD7C-3A30-F2425CA67A9A}"/>
          </ac:spMkLst>
        </pc:spChg>
        <pc:spChg chg="add del mod">
          <ac:chgData name="hiromi ichikura" userId="sVnQKTKxsUv9D1Ca1yrTwa8SHlrPpxzrg7NR9E8U7XE=" providerId="None" clId="Web-{E0BC2DF0-C393-4EF3-B3E3-E90C9E81E94F}" dt="2025-03-08T01:42:45.157" v="286"/>
          <ac:spMkLst>
            <pc:docMk/>
            <pc:sldMk cId="1156776606" sldId="271"/>
            <ac:spMk id="26" creationId="{634ADA3F-3D72-67A3-E947-48B0710D73FD}"/>
          </ac:spMkLst>
        </pc:spChg>
        <pc:spChg chg="add mod">
          <ac:chgData name="hiromi ichikura" userId="sVnQKTKxsUv9D1Ca1yrTwa8SHlrPpxzrg7NR9E8U7XE=" providerId="None" clId="Web-{E0BC2DF0-C393-4EF3-B3E3-E90C9E81E94F}" dt="2025-03-08T01:37:53.975" v="221" actId="1076"/>
          <ac:spMkLst>
            <pc:docMk/>
            <pc:sldMk cId="1156776606" sldId="271"/>
            <ac:spMk id="28" creationId="{3D61D9EC-4C99-E2C7-58A4-50548CD185EF}"/>
          </ac:spMkLst>
        </pc:spChg>
        <pc:spChg chg="add mod">
          <ac:chgData name="hiromi ichikura" userId="sVnQKTKxsUv9D1Ca1yrTwa8SHlrPpxzrg7NR9E8U7XE=" providerId="None" clId="Web-{E0BC2DF0-C393-4EF3-B3E3-E90C9E81E94F}" dt="2025-03-08T01:38:30.727" v="235" actId="20577"/>
          <ac:spMkLst>
            <pc:docMk/>
            <pc:sldMk cId="1156776606" sldId="271"/>
            <ac:spMk id="29" creationId="{06D78486-D5CF-7BFB-2840-EE271804037D}"/>
          </ac:spMkLst>
        </pc:spChg>
        <pc:spChg chg="add">
          <ac:chgData name="hiromi ichikura" userId="sVnQKTKxsUv9D1Ca1yrTwa8SHlrPpxzrg7NR9E8U7XE=" providerId="None" clId="Web-{E0BC2DF0-C393-4EF3-B3E3-E90C9E81E94F}" dt="2025-03-08T01:40:39.965" v="253"/>
          <ac:spMkLst>
            <pc:docMk/>
            <pc:sldMk cId="1156776606" sldId="271"/>
            <ac:spMk id="30" creationId="{E2D49716-EA9F-4B9F-9FAE-1D628F441DAC}"/>
          </ac:spMkLst>
        </pc:spChg>
        <pc:spChg chg="mod">
          <ac:chgData name="hiromi ichikura" userId="sVnQKTKxsUv9D1Ca1yrTwa8SHlrPpxzrg7NR9E8U7XE=" providerId="None" clId="Web-{E0BC2DF0-C393-4EF3-B3E3-E90C9E81E94F}" dt="2025-03-08T01:34:20.468" v="141"/>
          <ac:spMkLst>
            <pc:docMk/>
            <pc:sldMk cId="1156776606" sldId="271"/>
            <ac:spMk id="34" creationId="{2FBC69E2-C609-D8ED-00E7-01DCF43860FB}"/>
          </ac:spMkLst>
        </pc:spChg>
        <pc:spChg chg="del mod">
          <ac:chgData name="hiromi ichikura" userId="sVnQKTKxsUv9D1Ca1yrTwa8SHlrPpxzrg7NR9E8U7XE=" providerId="None" clId="Web-{E0BC2DF0-C393-4EF3-B3E3-E90C9E81E94F}" dt="2025-03-08T01:33:15.247" v="133"/>
          <ac:spMkLst>
            <pc:docMk/>
            <pc:sldMk cId="1156776606" sldId="271"/>
            <ac:spMk id="35" creationId="{3523F74B-B226-FC51-1771-DF5341DD5BCD}"/>
          </ac:spMkLst>
        </pc:spChg>
        <pc:spChg chg="mod">
          <ac:chgData name="hiromi ichikura" userId="sVnQKTKxsUv9D1Ca1yrTwa8SHlrPpxzrg7NR9E8U7XE=" providerId="None" clId="Web-{E0BC2DF0-C393-4EF3-B3E3-E90C9E81E94F}" dt="2025-03-08T01:35:22.908" v="171"/>
          <ac:spMkLst>
            <pc:docMk/>
            <pc:sldMk cId="1156776606" sldId="271"/>
            <ac:spMk id="36" creationId="{0C393CC2-7D48-FC16-9349-CC8ECF325CEA}"/>
          </ac:spMkLst>
        </pc:spChg>
        <pc:spChg chg="del">
          <ac:chgData name="hiromi ichikura" userId="sVnQKTKxsUv9D1Ca1yrTwa8SHlrPpxzrg7NR9E8U7XE=" providerId="None" clId="Web-{E0BC2DF0-C393-4EF3-B3E3-E90C9E81E94F}" dt="2025-03-08T01:42:03.265" v="280"/>
          <ac:spMkLst>
            <pc:docMk/>
            <pc:sldMk cId="1156776606" sldId="271"/>
            <ac:spMk id="37" creationId="{8E97F17D-A301-1311-1884-8778F65BD294}"/>
          </ac:spMkLst>
        </pc:spChg>
        <pc:spChg chg="mod">
          <ac:chgData name="hiromi ichikura" userId="sVnQKTKxsUv9D1Ca1yrTwa8SHlrPpxzrg7NR9E8U7XE=" providerId="None" clId="Web-{E0BC2DF0-C393-4EF3-B3E3-E90C9E81E94F}" dt="2025-03-08T01:34:20.468" v="142"/>
          <ac:spMkLst>
            <pc:docMk/>
            <pc:sldMk cId="1156776606" sldId="271"/>
            <ac:spMk id="38" creationId="{FB991E56-5E40-B15B-FDBE-DE900D3D46D2}"/>
          </ac:spMkLst>
        </pc:spChg>
        <pc:spChg chg="del">
          <ac:chgData name="hiromi ichikura" userId="sVnQKTKxsUv9D1Ca1yrTwa8SHlrPpxzrg7NR9E8U7XE=" providerId="None" clId="Web-{E0BC2DF0-C393-4EF3-B3E3-E90C9E81E94F}" dt="2025-03-08T01:42:03.265" v="279"/>
          <ac:spMkLst>
            <pc:docMk/>
            <pc:sldMk cId="1156776606" sldId="271"/>
            <ac:spMk id="39" creationId="{FFB49644-0BEB-7C24-310F-2E66EB156102}"/>
          </ac:spMkLst>
        </pc:spChg>
        <pc:spChg chg="mod">
          <ac:chgData name="hiromi ichikura" userId="sVnQKTKxsUv9D1Ca1yrTwa8SHlrPpxzrg7NR9E8U7XE=" providerId="None" clId="Web-{E0BC2DF0-C393-4EF3-B3E3-E90C9E81E94F}" dt="2025-03-08T01:34:20.468" v="143"/>
          <ac:spMkLst>
            <pc:docMk/>
            <pc:sldMk cId="1156776606" sldId="271"/>
            <ac:spMk id="40" creationId="{E99F607A-6ED1-1731-D133-7DD3358AB0B3}"/>
          </ac:spMkLst>
        </pc:spChg>
        <pc:spChg chg="mod">
          <ac:chgData name="hiromi ichikura" userId="sVnQKTKxsUv9D1Ca1yrTwa8SHlrPpxzrg7NR9E8U7XE=" providerId="None" clId="Web-{E0BC2DF0-C393-4EF3-B3E3-E90C9E81E94F}" dt="2025-03-08T01:34:20.468" v="144"/>
          <ac:spMkLst>
            <pc:docMk/>
            <pc:sldMk cId="1156776606" sldId="271"/>
            <ac:spMk id="42" creationId="{ADFFD455-DEEB-6993-E13E-D81A13ACA89F}"/>
          </ac:spMkLst>
        </pc:spChg>
        <pc:spChg chg="del">
          <ac:chgData name="hiromi ichikura" userId="sVnQKTKxsUv9D1Ca1yrTwa8SHlrPpxzrg7NR9E8U7XE=" providerId="None" clId="Web-{E0BC2DF0-C393-4EF3-B3E3-E90C9E81E94F}" dt="2025-03-08T01:42:03.265" v="276"/>
          <ac:spMkLst>
            <pc:docMk/>
            <pc:sldMk cId="1156776606" sldId="271"/>
            <ac:spMk id="43" creationId="{EF8778A9-0A4F-2BAA-6E07-086CE357906B}"/>
          </ac:spMkLst>
        </pc:spChg>
        <pc:spChg chg="del">
          <ac:chgData name="hiromi ichikura" userId="sVnQKTKxsUv9D1Ca1yrTwa8SHlrPpxzrg7NR9E8U7XE=" providerId="None" clId="Web-{E0BC2DF0-C393-4EF3-B3E3-E90C9E81E94F}" dt="2025-03-08T01:42:03.265" v="275"/>
          <ac:spMkLst>
            <pc:docMk/>
            <pc:sldMk cId="1156776606" sldId="271"/>
            <ac:spMk id="44" creationId="{AB6E6AD9-D9CE-772F-6327-6C12A7BCA7DA}"/>
          </ac:spMkLst>
        </pc:spChg>
        <pc:spChg chg="mod">
          <ac:chgData name="hiromi ichikura" userId="sVnQKTKxsUv9D1Ca1yrTwa8SHlrPpxzrg7NR9E8U7XE=" providerId="None" clId="Web-{E0BC2DF0-C393-4EF3-B3E3-E90C9E81E94F}" dt="2025-03-08T01:34:20.468" v="145"/>
          <ac:spMkLst>
            <pc:docMk/>
            <pc:sldMk cId="1156776606" sldId="271"/>
            <ac:spMk id="45" creationId="{46544516-A78B-4D2B-5B0C-68B6EC05D064}"/>
          </ac:spMkLst>
        </pc:spChg>
        <pc:spChg chg="mod">
          <ac:chgData name="hiromi ichikura" userId="sVnQKTKxsUv9D1Ca1yrTwa8SHlrPpxzrg7NR9E8U7XE=" providerId="None" clId="Web-{E0BC2DF0-C393-4EF3-B3E3-E90C9E81E94F}" dt="2025-03-08T01:34:20.515" v="146"/>
          <ac:spMkLst>
            <pc:docMk/>
            <pc:sldMk cId="1156776606" sldId="271"/>
            <ac:spMk id="46" creationId="{84D5F69E-A971-3FA0-3276-31B58AD7A23B}"/>
          </ac:spMkLst>
        </pc:spChg>
        <pc:spChg chg="mod">
          <ac:chgData name="hiromi ichikura" userId="sVnQKTKxsUv9D1Ca1yrTwa8SHlrPpxzrg7NR9E8U7XE=" providerId="None" clId="Web-{E0BC2DF0-C393-4EF3-B3E3-E90C9E81E94F}" dt="2025-03-08T01:35:22.908" v="172"/>
          <ac:spMkLst>
            <pc:docMk/>
            <pc:sldMk cId="1156776606" sldId="271"/>
            <ac:spMk id="47" creationId="{7D6174D5-9471-84F3-5590-B09D108BDEF4}"/>
          </ac:spMkLst>
        </pc:spChg>
        <pc:spChg chg="mod">
          <ac:chgData name="hiromi ichikura" userId="sVnQKTKxsUv9D1Ca1yrTwa8SHlrPpxzrg7NR9E8U7XE=" providerId="None" clId="Web-{E0BC2DF0-C393-4EF3-B3E3-E90C9E81E94F}" dt="2025-03-08T01:37:59.319" v="223" actId="1076"/>
          <ac:spMkLst>
            <pc:docMk/>
            <pc:sldMk cId="1156776606" sldId="271"/>
            <ac:spMk id="49" creationId="{F40AD71F-4A65-95CF-A933-1E53689749EB}"/>
          </ac:spMkLst>
        </pc:spChg>
        <pc:spChg chg="mod">
          <ac:chgData name="hiromi ichikura" userId="sVnQKTKxsUv9D1Ca1yrTwa8SHlrPpxzrg7NR9E8U7XE=" providerId="None" clId="Web-{E0BC2DF0-C393-4EF3-B3E3-E90C9E81E94F}" dt="2025-03-08T01:35:22.908" v="173"/>
          <ac:spMkLst>
            <pc:docMk/>
            <pc:sldMk cId="1156776606" sldId="271"/>
            <ac:spMk id="51" creationId="{8B9519F5-7CBD-3F92-C082-7F320F24BF30}"/>
          </ac:spMkLst>
        </pc:spChg>
        <pc:spChg chg="mod">
          <ac:chgData name="hiromi ichikura" userId="sVnQKTKxsUv9D1Ca1yrTwa8SHlrPpxzrg7NR9E8U7XE=" providerId="None" clId="Web-{E0BC2DF0-C393-4EF3-B3E3-E90C9E81E94F}" dt="2025-03-08T01:35:22.908" v="174"/>
          <ac:spMkLst>
            <pc:docMk/>
            <pc:sldMk cId="1156776606" sldId="271"/>
            <ac:spMk id="53" creationId="{43A36263-8B96-EC52-28B9-D6C5BA1054ED}"/>
          </ac:spMkLst>
        </pc:spChg>
        <pc:spChg chg="mod">
          <ac:chgData name="hiromi ichikura" userId="sVnQKTKxsUv9D1Ca1yrTwa8SHlrPpxzrg7NR9E8U7XE=" providerId="None" clId="Web-{E0BC2DF0-C393-4EF3-B3E3-E90C9E81E94F}" dt="2025-03-08T01:35:22.908" v="175"/>
          <ac:spMkLst>
            <pc:docMk/>
            <pc:sldMk cId="1156776606" sldId="271"/>
            <ac:spMk id="64" creationId="{EC2BF8C7-D7C7-4A3F-C107-36ABE36AB3D7}"/>
          </ac:spMkLst>
        </pc:spChg>
        <pc:spChg chg="mod">
          <ac:chgData name="hiromi ichikura" userId="sVnQKTKxsUv9D1Ca1yrTwa8SHlrPpxzrg7NR9E8U7XE=" providerId="None" clId="Web-{E0BC2DF0-C393-4EF3-B3E3-E90C9E81E94F}" dt="2025-03-08T01:35:22.908" v="176"/>
          <ac:spMkLst>
            <pc:docMk/>
            <pc:sldMk cId="1156776606" sldId="271"/>
            <ac:spMk id="69" creationId="{8EDC98F1-B36D-75A9-293A-4E2A59BC6F14}"/>
          </ac:spMkLst>
        </pc:spChg>
        <pc:spChg chg="mod">
          <ac:chgData name="hiromi ichikura" userId="sVnQKTKxsUv9D1Ca1yrTwa8SHlrPpxzrg7NR9E8U7XE=" providerId="None" clId="Web-{E0BC2DF0-C393-4EF3-B3E3-E90C9E81E94F}" dt="2025-03-08T01:35:22.923" v="177"/>
          <ac:spMkLst>
            <pc:docMk/>
            <pc:sldMk cId="1156776606" sldId="271"/>
            <ac:spMk id="70" creationId="{9F9E47AC-7F84-2A99-6467-1843EEFE5468}"/>
          </ac:spMkLst>
        </pc:spChg>
        <pc:spChg chg="del mod">
          <ac:chgData name="hiromi ichikura" userId="sVnQKTKxsUv9D1Ca1yrTwa8SHlrPpxzrg7NR9E8U7XE=" providerId="None" clId="Web-{E0BC2DF0-C393-4EF3-B3E3-E90C9E81E94F}" dt="2025-03-08T02:33:16.866" v="390"/>
          <ac:spMkLst>
            <pc:docMk/>
            <pc:sldMk cId="1156776606" sldId="271"/>
            <ac:spMk id="71" creationId="{142BF399-AE30-2FCA-94F8-DEBCA8316E7B}"/>
          </ac:spMkLst>
        </pc:spChg>
        <pc:spChg chg="del mod">
          <ac:chgData name="hiromi ichikura" userId="sVnQKTKxsUv9D1Ca1yrTwa8SHlrPpxzrg7NR9E8U7XE=" providerId="None" clId="Web-{E0BC2DF0-C393-4EF3-B3E3-E90C9E81E94F}" dt="2025-03-08T01:37:39.022" v="217"/>
          <ac:spMkLst>
            <pc:docMk/>
            <pc:sldMk cId="1156776606" sldId="271"/>
            <ac:spMk id="72" creationId="{72F6BFDE-E7D9-8CAC-B5FB-7C353A3A72E9}"/>
          </ac:spMkLst>
        </pc:spChg>
        <pc:spChg chg="mod">
          <ac:chgData name="hiromi ichikura" userId="sVnQKTKxsUv9D1Ca1yrTwa8SHlrPpxzrg7NR9E8U7XE=" providerId="None" clId="Web-{E0BC2DF0-C393-4EF3-B3E3-E90C9E81E94F}" dt="2025-03-08T01:34:27.031" v="147"/>
          <ac:spMkLst>
            <pc:docMk/>
            <pc:sldMk cId="1156776606" sldId="271"/>
            <ac:spMk id="74" creationId="{DF2A9C47-E707-9B79-EC44-43DAFC1B7845}"/>
          </ac:spMkLst>
        </pc:spChg>
        <pc:spChg chg="mod">
          <ac:chgData name="hiromi ichikura" userId="sVnQKTKxsUv9D1Ca1yrTwa8SHlrPpxzrg7NR9E8U7XE=" providerId="None" clId="Web-{E0BC2DF0-C393-4EF3-B3E3-E90C9E81E94F}" dt="2025-03-08T01:34:27.031" v="148"/>
          <ac:spMkLst>
            <pc:docMk/>
            <pc:sldMk cId="1156776606" sldId="271"/>
            <ac:spMk id="75" creationId="{874053E1-BC18-B7EB-BE9E-B8900AC42E99}"/>
          </ac:spMkLst>
        </pc:spChg>
        <pc:spChg chg="mod">
          <ac:chgData name="hiromi ichikura" userId="sVnQKTKxsUv9D1Ca1yrTwa8SHlrPpxzrg7NR9E8U7XE=" providerId="None" clId="Web-{E0BC2DF0-C393-4EF3-B3E3-E90C9E81E94F}" dt="2025-03-08T01:34:27.031" v="149"/>
          <ac:spMkLst>
            <pc:docMk/>
            <pc:sldMk cId="1156776606" sldId="271"/>
            <ac:spMk id="76" creationId="{6084B438-4C54-1B15-282D-93B47E47AABD}"/>
          </ac:spMkLst>
        </pc:spChg>
        <pc:spChg chg="mod">
          <ac:chgData name="hiromi ichikura" userId="sVnQKTKxsUv9D1Ca1yrTwa8SHlrPpxzrg7NR9E8U7XE=" providerId="None" clId="Web-{E0BC2DF0-C393-4EF3-B3E3-E90C9E81E94F}" dt="2025-03-08T01:34:27.031" v="150"/>
          <ac:spMkLst>
            <pc:docMk/>
            <pc:sldMk cId="1156776606" sldId="271"/>
            <ac:spMk id="77" creationId="{6E64233E-0357-19D0-66F8-D614F54EB72D}"/>
          </ac:spMkLst>
        </pc:spChg>
        <pc:spChg chg="mod">
          <ac:chgData name="hiromi ichikura" userId="sVnQKTKxsUv9D1Ca1yrTwa8SHlrPpxzrg7NR9E8U7XE=" providerId="None" clId="Web-{E0BC2DF0-C393-4EF3-B3E3-E90C9E81E94F}" dt="2025-03-08T01:34:27.031" v="151"/>
          <ac:spMkLst>
            <pc:docMk/>
            <pc:sldMk cId="1156776606" sldId="271"/>
            <ac:spMk id="78" creationId="{B2D0E242-9940-3C67-F79B-41303BC9FFCB}"/>
          </ac:spMkLst>
        </pc:spChg>
        <pc:spChg chg="mod">
          <ac:chgData name="hiromi ichikura" userId="sVnQKTKxsUv9D1Ca1yrTwa8SHlrPpxzrg7NR9E8U7XE=" providerId="None" clId="Web-{E0BC2DF0-C393-4EF3-B3E3-E90C9E81E94F}" dt="2025-03-08T01:34:27.031" v="152"/>
          <ac:spMkLst>
            <pc:docMk/>
            <pc:sldMk cId="1156776606" sldId="271"/>
            <ac:spMk id="79" creationId="{3523B520-7D57-24A6-ECA3-F6D77456A495}"/>
          </ac:spMkLst>
        </pc:spChg>
        <pc:spChg chg="mod">
          <ac:chgData name="hiromi ichikura" userId="sVnQKTKxsUv9D1Ca1yrTwa8SHlrPpxzrg7NR9E8U7XE=" providerId="None" clId="Web-{E0BC2DF0-C393-4EF3-B3E3-E90C9E81E94F}" dt="2025-03-08T01:34:27.031" v="153"/>
          <ac:spMkLst>
            <pc:docMk/>
            <pc:sldMk cId="1156776606" sldId="271"/>
            <ac:spMk id="80" creationId="{8A233F7E-628E-4F8F-8851-C02E9074B43E}"/>
          </ac:spMkLst>
        </pc:spChg>
        <pc:spChg chg="mod">
          <ac:chgData name="hiromi ichikura" userId="sVnQKTKxsUv9D1Ca1yrTwa8SHlrPpxzrg7NR9E8U7XE=" providerId="None" clId="Web-{E0BC2DF0-C393-4EF3-B3E3-E90C9E81E94F}" dt="2025-03-08T01:34:27.031" v="154"/>
          <ac:spMkLst>
            <pc:docMk/>
            <pc:sldMk cId="1156776606" sldId="271"/>
            <ac:spMk id="81" creationId="{F301DFDD-BFCA-B71B-9A7D-B571CBD5B3FD}"/>
          </ac:spMkLst>
        </pc:spChg>
        <pc:spChg chg="mod">
          <ac:chgData name="hiromi ichikura" userId="sVnQKTKxsUv9D1Ca1yrTwa8SHlrPpxzrg7NR9E8U7XE=" providerId="None" clId="Web-{E0BC2DF0-C393-4EF3-B3E3-E90C9E81E94F}" dt="2025-03-08T01:34:27.078" v="155"/>
          <ac:spMkLst>
            <pc:docMk/>
            <pc:sldMk cId="1156776606" sldId="271"/>
            <ac:spMk id="82" creationId="{93BDF014-23C0-E8BF-8294-A0768F6B5C25}"/>
          </ac:spMkLst>
        </pc:spChg>
        <pc:spChg chg="del">
          <ac:chgData name="hiromi ichikura" userId="sVnQKTKxsUv9D1Ca1yrTwa8SHlrPpxzrg7NR9E8U7XE=" providerId="None" clId="Web-{E0BC2DF0-C393-4EF3-B3E3-E90C9E81E94F}" dt="2025-03-08T01:42:03.265" v="277"/>
          <ac:spMkLst>
            <pc:docMk/>
            <pc:sldMk cId="1156776606" sldId="271"/>
            <ac:spMk id="87" creationId="{83CC1643-A4BA-1532-93D6-1B2AE58A18EB}"/>
          </ac:spMkLst>
        </pc:spChg>
        <pc:spChg chg="del">
          <ac:chgData name="hiromi ichikura" userId="sVnQKTKxsUv9D1Ca1yrTwa8SHlrPpxzrg7NR9E8U7XE=" providerId="None" clId="Web-{E0BC2DF0-C393-4EF3-B3E3-E90C9E81E94F}" dt="2025-03-08T01:42:46.204" v="287"/>
          <ac:spMkLst>
            <pc:docMk/>
            <pc:sldMk cId="1156776606" sldId="271"/>
            <ac:spMk id="88" creationId="{1EAAC9E2-FF0E-052F-DAFF-14E999F4AC67}"/>
          </ac:spMkLst>
        </pc:spChg>
        <pc:spChg chg="mod">
          <ac:chgData name="hiromi ichikura" userId="sVnQKTKxsUv9D1Ca1yrTwa8SHlrPpxzrg7NR9E8U7XE=" providerId="None" clId="Web-{E0BC2DF0-C393-4EF3-B3E3-E90C9E81E94F}" dt="2025-03-08T01:34:42.187" v="165"/>
          <ac:spMkLst>
            <pc:docMk/>
            <pc:sldMk cId="1156776606" sldId="271"/>
            <ac:spMk id="89" creationId="{9A456820-03B5-AD08-1F5A-273D60C82FCE}"/>
          </ac:spMkLst>
        </pc:spChg>
        <pc:spChg chg="del">
          <ac:chgData name="hiromi ichikura" userId="sVnQKTKxsUv9D1Ca1yrTwa8SHlrPpxzrg7NR9E8U7XE=" providerId="None" clId="Web-{E0BC2DF0-C393-4EF3-B3E3-E90C9E81E94F}" dt="2025-03-08T01:42:03.265" v="274"/>
          <ac:spMkLst>
            <pc:docMk/>
            <pc:sldMk cId="1156776606" sldId="271"/>
            <ac:spMk id="93" creationId="{63EB20E7-8859-3A54-70BC-F64378D268E1}"/>
          </ac:spMkLst>
        </pc:spChg>
        <pc:spChg chg="del">
          <ac:chgData name="hiromi ichikura" userId="sVnQKTKxsUv9D1Ca1yrTwa8SHlrPpxzrg7NR9E8U7XE=" providerId="None" clId="Web-{E0BC2DF0-C393-4EF3-B3E3-E90C9E81E94F}" dt="2025-03-08T01:42:03.265" v="273"/>
          <ac:spMkLst>
            <pc:docMk/>
            <pc:sldMk cId="1156776606" sldId="271"/>
            <ac:spMk id="118" creationId="{F40A8B4D-1073-9594-F32D-0BA4625DA3F0}"/>
          </ac:spMkLst>
        </pc:spChg>
        <pc:spChg chg="del">
          <ac:chgData name="hiromi ichikura" userId="sVnQKTKxsUv9D1Ca1yrTwa8SHlrPpxzrg7NR9E8U7XE=" providerId="None" clId="Web-{E0BC2DF0-C393-4EF3-B3E3-E90C9E81E94F}" dt="2025-03-08T01:42:03.265" v="272"/>
          <ac:spMkLst>
            <pc:docMk/>
            <pc:sldMk cId="1156776606" sldId="271"/>
            <ac:spMk id="119" creationId="{5F656664-86C6-12DE-CFA0-31F947004E21}"/>
          </ac:spMkLst>
        </pc:spChg>
        <pc:spChg chg="del">
          <ac:chgData name="hiromi ichikura" userId="sVnQKTKxsUv9D1Ca1yrTwa8SHlrPpxzrg7NR9E8U7XE=" providerId="None" clId="Web-{E0BC2DF0-C393-4EF3-B3E3-E90C9E81E94F}" dt="2025-03-08T01:42:03.265" v="271"/>
          <ac:spMkLst>
            <pc:docMk/>
            <pc:sldMk cId="1156776606" sldId="271"/>
            <ac:spMk id="120" creationId="{7BD9EC1F-8F78-4A7E-777A-F2E700427574}"/>
          </ac:spMkLst>
        </pc:spChg>
        <pc:spChg chg="del">
          <ac:chgData name="hiromi ichikura" userId="sVnQKTKxsUv9D1Ca1yrTwa8SHlrPpxzrg7NR9E8U7XE=" providerId="None" clId="Web-{E0BC2DF0-C393-4EF3-B3E3-E90C9E81E94F}" dt="2025-03-08T01:42:03.265" v="270"/>
          <ac:spMkLst>
            <pc:docMk/>
            <pc:sldMk cId="1156776606" sldId="271"/>
            <ac:spMk id="121" creationId="{44C1D3F9-FFDD-2EFE-3C4B-BBA3C2931D07}"/>
          </ac:spMkLst>
        </pc:spChg>
        <pc:spChg chg="del">
          <ac:chgData name="hiromi ichikura" userId="sVnQKTKxsUv9D1Ca1yrTwa8SHlrPpxzrg7NR9E8U7XE=" providerId="None" clId="Web-{E0BC2DF0-C393-4EF3-B3E3-E90C9E81E94F}" dt="2025-03-08T01:42:03.265" v="269"/>
          <ac:spMkLst>
            <pc:docMk/>
            <pc:sldMk cId="1156776606" sldId="271"/>
            <ac:spMk id="122" creationId="{514BD508-0955-4B80-B2EA-A11232229813}"/>
          </ac:spMkLst>
        </pc:spChg>
        <pc:spChg chg="del">
          <ac:chgData name="hiromi ichikura" userId="sVnQKTKxsUv9D1Ca1yrTwa8SHlrPpxzrg7NR9E8U7XE=" providerId="None" clId="Web-{E0BC2DF0-C393-4EF3-B3E3-E90C9E81E94F}" dt="2025-03-08T01:42:03.265" v="268"/>
          <ac:spMkLst>
            <pc:docMk/>
            <pc:sldMk cId="1156776606" sldId="271"/>
            <ac:spMk id="123" creationId="{5407585D-8427-8DB0-A208-CFAF24E27F44}"/>
          </ac:spMkLst>
        </pc:spChg>
        <pc:spChg chg="add del">
          <ac:chgData name="hiromi ichikura" userId="sVnQKTKxsUv9D1Ca1yrTwa8SHlrPpxzrg7NR9E8U7XE=" providerId="None" clId="Web-{E0BC2DF0-C393-4EF3-B3E3-E90C9E81E94F}" dt="2025-03-08T01:42:03.265" v="267"/>
          <ac:spMkLst>
            <pc:docMk/>
            <pc:sldMk cId="1156776606" sldId="271"/>
            <ac:spMk id="125" creationId="{1B5F272C-3D8E-5D2E-C7EE-1E346D1BD79A}"/>
          </ac:spMkLst>
        </pc:spChg>
        <pc:spChg chg="add del">
          <ac:chgData name="hiromi ichikura" userId="sVnQKTKxsUv9D1Ca1yrTwa8SHlrPpxzrg7NR9E8U7XE=" providerId="None" clId="Web-{E0BC2DF0-C393-4EF3-B3E3-E90C9E81E94F}" dt="2025-03-08T01:42:09.172" v="282"/>
          <ac:spMkLst>
            <pc:docMk/>
            <pc:sldMk cId="1156776606" sldId="271"/>
            <ac:spMk id="126" creationId="{904D625D-D04D-F09F-DF32-C91716E03ACD}"/>
          </ac:spMkLst>
        </pc:spChg>
        <pc:spChg chg="add del">
          <ac:chgData name="hiromi ichikura" userId="sVnQKTKxsUv9D1Ca1yrTwa8SHlrPpxzrg7NR9E8U7XE=" providerId="None" clId="Web-{E0BC2DF0-C393-4EF3-B3E3-E90C9E81E94F}" dt="2025-03-08T01:42:07.015" v="281"/>
          <ac:spMkLst>
            <pc:docMk/>
            <pc:sldMk cId="1156776606" sldId="271"/>
            <ac:spMk id="127" creationId="{B09358BC-8FDA-6BB6-1DF6-245503043CFB}"/>
          </ac:spMkLst>
        </pc:spChg>
        <pc:spChg chg="del">
          <ac:chgData name="hiromi ichikura" userId="sVnQKTKxsUv9D1Ca1yrTwa8SHlrPpxzrg7NR9E8U7XE=" providerId="None" clId="Web-{E0BC2DF0-C393-4EF3-B3E3-E90C9E81E94F}" dt="2025-03-08T01:41:47.030" v="261"/>
          <ac:spMkLst>
            <pc:docMk/>
            <pc:sldMk cId="1156776606" sldId="271"/>
            <ac:spMk id="128" creationId="{4159D2E1-5284-1386-91C1-8CF9A70157FC}"/>
          </ac:spMkLst>
        </pc:spChg>
        <pc:spChg chg="del">
          <ac:chgData name="hiromi ichikura" userId="sVnQKTKxsUv9D1Ca1yrTwa8SHlrPpxzrg7NR9E8U7XE=" providerId="None" clId="Web-{E0BC2DF0-C393-4EF3-B3E3-E90C9E81E94F}" dt="2025-03-08T01:41:48.265" v="262"/>
          <ac:spMkLst>
            <pc:docMk/>
            <pc:sldMk cId="1156776606" sldId="271"/>
            <ac:spMk id="129" creationId="{50EB2ED4-7A7D-1A5C-2D31-541678E0A5A0}"/>
          </ac:spMkLst>
        </pc:spChg>
        <pc:spChg chg="add del">
          <ac:chgData name="hiromi ichikura" userId="sVnQKTKxsUv9D1Ca1yrTwa8SHlrPpxzrg7NR9E8U7XE=" providerId="None" clId="Web-{E0BC2DF0-C393-4EF3-B3E3-E90C9E81E94F}" dt="2025-03-08T01:41:49.437" v="263"/>
          <ac:spMkLst>
            <pc:docMk/>
            <pc:sldMk cId="1156776606" sldId="271"/>
            <ac:spMk id="130" creationId="{1A95D736-4A32-3D7C-8E07-1AF284CB4326}"/>
          </ac:spMkLst>
        </pc:spChg>
        <pc:spChg chg="del">
          <ac:chgData name="hiromi ichikura" userId="sVnQKTKxsUv9D1Ca1yrTwa8SHlrPpxzrg7NR9E8U7XE=" providerId="None" clId="Web-{E0BC2DF0-C393-4EF3-B3E3-E90C9E81E94F}" dt="2025-03-08T01:48:05.496" v="326"/>
          <ac:spMkLst>
            <pc:docMk/>
            <pc:sldMk cId="1156776606" sldId="271"/>
            <ac:spMk id="131" creationId="{579B5117-B1BF-6721-7459-8DF8D7CFDCCD}"/>
          </ac:spMkLst>
        </pc:spChg>
        <pc:spChg chg="del">
          <ac:chgData name="hiromi ichikura" userId="sVnQKTKxsUv9D1Ca1yrTwa8SHlrPpxzrg7NR9E8U7XE=" providerId="None" clId="Web-{E0BC2DF0-C393-4EF3-B3E3-E90C9E81E94F}" dt="2025-03-08T01:41:47.030" v="260"/>
          <ac:spMkLst>
            <pc:docMk/>
            <pc:sldMk cId="1156776606" sldId="271"/>
            <ac:spMk id="134" creationId="{6D9A6935-0003-E5B7-EF21-51DBCF248283}"/>
          </ac:spMkLst>
        </pc:spChg>
        <pc:spChg chg="add del">
          <ac:chgData name="hiromi ichikura" userId="sVnQKTKxsUv9D1Ca1yrTwa8SHlrPpxzrg7NR9E8U7XE=" providerId="None" clId="Web-{E0BC2DF0-C393-4EF3-B3E3-E90C9E81E94F}" dt="2025-03-08T01:47:39.511" v="319"/>
          <ac:spMkLst>
            <pc:docMk/>
            <pc:sldMk cId="1156776606" sldId="271"/>
            <ac:spMk id="138" creationId="{3276D59C-274B-6AC1-3159-AED453192C1C}"/>
          </ac:spMkLst>
        </pc:spChg>
        <pc:spChg chg="del">
          <ac:chgData name="hiromi ichikura" userId="sVnQKTKxsUv9D1Ca1yrTwa8SHlrPpxzrg7NR9E8U7XE=" providerId="None" clId="Web-{E0BC2DF0-C393-4EF3-B3E3-E90C9E81E94F}" dt="2025-03-08T01:41:52.437" v="265"/>
          <ac:spMkLst>
            <pc:docMk/>
            <pc:sldMk cId="1156776606" sldId="271"/>
            <ac:spMk id="139" creationId="{2FBC56DB-4102-DB11-46E9-D61F1B62BD1F}"/>
          </ac:spMkLst>
        </pc:spChg>
        <pc:spChg chg="del">
          <ac:chgData name="hiromi ichikura" userId="sVnQKTKxsUv9D1Ca1yrTwa8SHlrPpxzrg7NR9E8U7XE=" providerId="None" clId="Web-{E0BC2DF0-C393-4EF3-B3E3-E90C9E81E94F}" dt="2025-03-08T01:41:51.046" v="264"/>
          <ac:spMkLst>
            <pc:docMk/>
            <pc:sldMk cId="1156776606" sldId="271"/>
            <ac:spMk id="140" creationId="{3DB99DD7-06A5-8E85-00BB-93AA3DCAF99C}"/>
          </ac:spMkLst>
        </pc:spChg>
        <pc:spChg chg="add del">
          <ac:chgData name="hiromi ichikura" userId="sVnQKTKxsUv9D1Ca1yrTwa8SHlrPpxzrg7NR9E8U7XE=" providerId="None" clId="Web-{E0BC2DF0-C393-4EF3-B3E3-E90C9E81E94F}" dt="2025-03-08T01:41:53.937" v="266"/>
          <ac:spMkLst>
            <pc:docMk/>
            <pc:sldMk cId="1156776606" sldId="271"/>
            <ac:spMk id="141" creationId="{EF806CB3-3982-8130-F26C-40AAD40B667A}"/>
          </ac:spMkLst>
        </pc:spChg>
        <pc:spChg chg="add">
          <ac:chgData name="hiromi ichikura" userId="sVnQKTKxsUv9D1Ca1yrTwa8SHlrPpxzrg7NR9E8U7XE=" providerId="None" clId="Web-{E0BC2DF0-C393-4EF3-B3E3-E90C9E81E94F}" dt="2025-03-08T01:40:39.965" v="253"/>
          <ac:spMkLst>
            <pc:docMk/>
            <pc:sldMk cId="1156776606" sldId="271"/>
            <ac:spMk id="142" creationId="{B952F44B-4E95-1354-205C-D3920290434D}"/>
          </ac:spMkLst>
        </pc:spChg>
        <pc:spChg chg="add">
          <ac:chgData name="hiromi ichikura" userId="sVnQKTKxsUv9D1Ca1yrTwa8SHlrPpxzrg7NR9E8U7XE=" providerId="None" clId="Web-{E0BC2DF0-C393-4EF3-B3E3-E90C9E81E94F}" dt="2025-03-08T01:40:39.965" v="253"/>
          <ac:spMkLst>
            <pc:docMk/>
            <pc:sldMk cId="1156776606" sldId="271"/>
            <ac:spMk id="144" creationId="{97EF8AD2-B8F9-0406-AF9A-1E28DE4C3DF5}"/>
          </ac:spMkLst>
        </pc:spChg>
        <pc:spChg chg="add">
          <ac:chgData name="hiromi ichikura" userId="sVnQKTKxsUv9D1Ca1yrTwa8SHlrPpxzrg7NR9E8U7XE=" providerId="None" clId="Web-{E0BC2DF0-C393-4EF3-B3E3-E90C9E81E94F}" dt="2025-03-08T01:40:39.965" v="253"/>
          <ac:spMkLst>
            <pc:docMk/>
            <pc:sldMk cId="1156776606" sldId="271"/>
            <ac:spMk id="148" creationId="{5EB688FA-F000-3D0D-6749-5977911B4B79}"/>
          </ac:spMkLst>
        </pc:spChg>
        <pc:spChg chg="mod">
          <ac:chgData name="hiromi ichikura" userId="sVnQKTKxsUv9D1Ca1yrTwa8SHlrPpxzrg7NR9E8U7XE=" providerId="None" clId="Web-{E0BC2DF0-C393-4EF3-B3E3-E90C9E81E94F}" dt="2025-03-08T01:54:11.712" v="375" actId="1076"/>
          <ac:spMkLst>
            <pc:docMk/>
            <pc:sldMk cId="1156776606" sldId="271"/>
            <ac:spMk id="152" creationId="{9DFBB2A0-CEE2-955A-30C0-039D0D20761A}"/>
          </ac:spMkLst>
        </pc:spChg>
        <pc:spChg chg="mod">
          <ac:chgData name="hiromi ichikura" userId="sVnQKTKxsUv9D1Ca1yrTwa8SHlrPpxzrg7NR9E8U7XE=" providerId="None" clId="Web-{E0BC2DF0-C393-4EF3-B3E3-E90C9E81E94F}" dt="2025-03-08T01:54:11.790" v="376" actId="1076"/>
          <ac:spMkLst>
            <pc:docMk/>
            <pc:sldMk cId="1156776606" sldId="271"/>
            <ac:spMk id="153" creationId="{46E7049B-8B3E-C1ED-54D7-9DD0121B7B6E}"/>
          </ac:spMkLst>
        </pc:spChg>
        <pc:spChg chg="mod">
          <ac:chgData name="hiromi ichikura" userId="sVnQKTKxsUv9D1Ca1yrTwa8SHlrPpxzrg7NR9E8U7XE=" providerId="None" clId="Web-{E0BC2DF0-C393-4EF3-B3E3-E90C9E81E94F}" dt="2025-03-08T01:54:11.868" v="377" actId="1076"/>
          <ac:spMkLst>
            <pc:docMk/>
            <pc:sldMk cId="1156776606" sldId="271"/>
            <ac:spMk id="154" creationId="{AA394CAD-E964-2B0C-150C-E7E64176158B}"/>
          </ac:spMkLst>
        </pc:spChg>
        <pc:spChg chg="mod">
          <ac:chgData name="hiromi ichikura" userId="sVnQKTKxsUv9D1Ca1yrTwa8SHlrPpxzrg7NR9E8U7XE=" providerId="None" clId="Web-{E0BC2DF0-C393-4EF3-B3E3-E90C9E81E94F}" dt="2025-03-08T01:52:59.600" v="361" actId="1076"/>
          <ac:spMkLst>
            <pc:docMk/>
            <pc:sldMk cId="1156776606" sldId="271"/>
            <ac:spMk id="158" creationId="{2B4F0980-F299-021E-1144-C76178096E3B}"/>
          </ac:spMkLst>
        </pc:spChg>
        <pc:spChg chg="mod">
          <ac:chgData name="hiromi ichikura" userId="sVnQKTKxsUv9D1Ca1yrTwa8SHlrPpxzrg7NR9E8U7XE=" providerId="None" clId="Web-{E0BC2DF0-C393-4EF3-B3E3-E90C9E81E94F}" dt="2025-03-08T01:52:59.694" v="362" actId="1076"/>
          <ac:spMkLst>
            <pc:docMk/>
            <pc:sldMk cId="1156776606" sldId="271"/>
            <ac:spMk id="159" creationId="{AE3E5B1E-72F9-2134-8F63-EFB36ABDE287}"/>
          </ac:spMkLst>
        </pc:spChg>
        <pc:spChg chg="mod">
          <ac:chgData name="hiromi ichikura" userId="sVnQKTKxsUv9D1Ca1yrTwa8SHlrPpxzrg7NR9E8U7XE=" providerId="None" clId="Web-{E0BC2DF0-C393-4EF3-B3E3-E90C9E81E94F}" dt="2025-03-08T01:52:59.788" v="363" actId="1076"/>
          <ac:spMkLst>
            <pc:docMk/>
            <pc:sldMk cId="1156776606" sldId="271"/>
            <ac:spMk id="160" creationId="{B4CCF17E-77FA-B15C-4FAA-2BF4C248FBDA}"/>
          </ac:spMkLst>
        </pc:spChg>
        <pc:spChg chg="mod">
          <ac:chgData name="hiromi ichikura" userId="sVnQKTKxsUv9D1Ca1yrTwa8SHlrPpxzrg7NR9E8U7XE=" providerId="None" clId="Web-{E0BC2DF0-C393-4EF3-B3E3-E90C9E81E94F}" dt="2025-03-08T02:35:40.736" v="402" actId="20577"/>
          <ac:spMkLst>
            <pc:docMk/>
            <pc:sldMk cId="1156776606" sldId="271"/>
            <ac:spMk id="161" creationId="{88672465-0126-470B-A140-FABBB4607E40}"/>
          </ac:spMkLst>
        </pc:spChg>
        <pc:spChg chg="mod">
          <ac:chgData name="hiromi ichikura" userId="sVnQKTKxsUv9D1Ca1yrTwa8SHlrPpxzrg7NR9E8U7XE=" providerId="None" clId="Web-{E0BC2DF0-C393-4EF3-B3E3-E90C9E81E94F}" dt="2025-03-08T01:55:00.107" v="382" actId="14100"/>
          <ac:spMkLst>
            <pc:docMk/>
            <pc:sldMk cId="1156776606" sldId="271"/>
            <ac:spMk id="162" creationId="{89BEDF9E-7965-A8C0-CCC7-2813DB07BC9F}"/>
          </ac:spMkLst>
        </pc:spChg>
        <pc:spChg chg="mod">
          <ac:chgData name="hiromi ichikura" userId="sVnQKTKxsUv9D1Ca1yrTwa8SHlrPpxzrg7NR9E8U7XE=" providerId="None" clId="Web-{E0BC2DF0-C393-4EF3-B3E3-E90C9E81E94F}" dt="2025-03-08T01:54:56.435" v="381" actId="14100"/>
          <ac:spMkLst>
            <pc:docMk/>
            <pc:sldMk cId="1156776606" sldId="271"/>
            <ac:spMk id="163" creationId="{4BB4755E-FAEB-87AD-24DB-DFCBD8A60226}"/>
          </ac:spMkLst>
        </pc:spChg>
        <pc:spChg chg="mod">
          <ac:chgData name="hiromi ichikura" userId="sVnQKTKxsUv9D1Ca1yrTwa8SHlrPpxzrg7NR9E8U7XE=" providerId="None" clId="Web-{E0BC2DF0-C393-4EF3-B3E3-E90C9E81E94F}" dt="2025-03-08T01:52:59.866" v="364" actId="1076"/>
          <ac:spMkLst>
            <pc:docMk/>
            <pc:sldMk cId="1156776606" sldId="271"/>
            <ac:spMk id="164" creationId="{1F0568B3-511F-A8C0-0868-D750D8EF15D0}"/>
          </ac:spMkLst>
        </pc:spChg>
        <pc:spChg chg="del">
          <ac:chgData name="hiromi ichikura" userId="sVnQKTKxsUv9D1Ca1yrTwa8SHlrPpxzrg7NR9E8U7XE=" providerId="None" clId="Web-{E0BC2DF0-C393-4EF3-B3E3-E90C9E81E94F}" dt="2025-03-08T01:49:49.812" v="334"/>
          <ac:spMkLst>
            <pc:docMk/>
            <pc:sldMk cId="1156776606" sldId="271"/>
            <ac:spMk id="165" creationId="{77DA7BB6-C1B8-4DF2-951D-0AEFCA477807}"/>
          </ac:spMkLst>
        </pc:spChg>
        <pc:spChg chg="add mod">
          <ac:chgData name="hiromi ichikura" userId="sVnQKTKxsUv9D1Ca1yrTwa8SHlrPpxzrg7NR9E8U7XE=" providerId="None" clId="Web-{E0BC2DF0-C393-4EF3-B3E3-E90C9E81E94F}" dt="2025-03-08T02:35:32.267" v="400" actId="20577"/>
          <ac:spMkLst>
            <pc:docMk/>
            <pc:sldMk cId="1156776606" sldId="271"/>
            <ac:spMk id="168" creationId="{09098B1F-F25C-DB91-3F93-31F023B8C4DD}"/>
          </ac:spMkLst>
        </pc:spChg>
        <pc:spChg chg="mod">
          <ac:chgData name="hiromi ichikura" userId="sVnQKTKxsUv9D1Ca1yrTwa8SHlrPpxzrg7NR9E8U7XE=" providerId="None" clId="Web-{E0BC2DF0-C393-4EF3-B3E3-E90C9E81E94F}" dt="2025-03-08T01:34:34.843" v="156"/>
          <ac:spMkLst>
            <pc:docMk/>
            <pc:sldMk cId="1156776606" sldId="271"/>
            <ac:spMk id="170" creationId="{A3648A52-655C-D287-F702-16970C4DF1D8}"/>
          </ac:spMkLst>
        </pc:spChg>
        <pc:spChg chg="mod">
          <ac:chgData name="hiromi ichikura" userId="sVnQKTKxsUv9D1Ca1yrTwa8SHlrPpxzrg7NR9E8U7XE=" providerId="None" clId="Web-{E0BC2DF0-C393-4EF3-B3E3-E90C9E81E94F}" dt="2025-03-08T01:34:34.843" v="157"/>
          <ac:spMkLst>
            <pc:docMk/>
            <pc:sldMk cId="1156776606" sldId="271"/>
            <ac:spMk id="171" creationId="{52010527-8398-DCF5-9AE7-C943B1286E43}"/>
          </ac:spMkLst>
        </pc:spChg>
        <pc:spChg chg="mod">
          <ac:chgData name="hiromi ichikura" userId="sVnQKTKxsUv9D1Ca1yrTwa8SHlrPpxzrg7NR9E8U7XE=" providerId="None" clId="Web-{E0BC2DF0-C393-4EF3-B3E3-E90C9E81E94F}" dt="2025-03-08T01:34:34.843" v="158"/>
          <ac:spMkLst>
            <pc:docMk/>
            <pc:sldMk cId="1156776606" sldId="271"/>
            <ac:spMk id="172" creationId="{B48B0267-90F9-22E2-4A10-46FFBEAC6266}"/>
          </ac:spMkLst>
        </pc:spChg>
        <pc:spChg chg="mod">
          <ac:chgData name="hiromi ichikura" userId="sVnQKTKxsUv9D1Ca1yrTwa8SHlrPpxzrg7NR9E8U7XE=" providerId="None" clId="Web-{E0BC2DF0-C393-4EF3-B3E3-E90C9E81E94F}" dt="2025-03-08T01:34:34.843" v="159"/>
          <ac:spMkLst>
            <pc:docMk/>
            <pc:sldMk cId="1156776606" sldId="271"/>
            <ac:spMk id="173" creationId="{B02EC18C-0C86-830E-CB01-38A3EDC00432}"/>
          </ac:spMkLst>
        </pc:spChg>
        <pc:spChg chg="mod">
          <ac:chgData name="hiromi ichikura" userId="sVnQKTKxsUv9D1Ca1yrTwa8SHlrPpxzrg7NR9E8U7XE=" providerId="None" clId="Web-{E0BC2DF0-C393-4EF3-B3E3-E90C9E81E94F}" dt="2025-03-08T01:34:34.843" v="160"/>
          <ac:spMkLst>
            <pc:docMk/>
            <pc:sldMk cId="1156776606" sldId="271"/>
            <ac:spMk id="174" creationId="{CE0B1741-170B-4071-01A0-993F35619556}"/>
          </ac:spMkLst>
        </pc:spChg>
        <pc:spChg chg="mod">
          <ac:chgData name="hiromi ichikura" userId="sVnQKTKxsUv9D1Ca1yrTwa8SHlrPpxzrg7NR9E8U7XE=" providerId="None" clId="Web-{E0BC2DF0-C393-4EF3-B3E3-E90C9E81E94F}" dt="2025-03-08T01:34:34.843" v="161"/>
          <ac:spMkLst>
            <pc:docMk/>
            <pc:sldMk cId="1156776606" sldId="271"/>
            <ac:spMk id="175" creationId="{D9924E4A-EF13-2DDE-CDE3-81A325933D61}"/>
          </ac:spMkLst>
        </pc:spChg>
        <pc:spChg chg="mod">
          <ac:chgData name="hiromi ichikura" userId="sVnQKTKxsUv9D1Ca1yrTwa8SHlrPpxzrg7NR9E8U7XE=" providerId="None" clId="Web-{E0BC2DF0-C393-4EF3-B3E3-E90C9E81E94F}" dt="2025-03-08T01:34:34.843" v="162"/>
          <ac:spMkLst>
            <pc:docMk/>
            <pc:sldMk cId="1156776606" sldId="271"/>
            <ac:spMk id="176" creationId="{75DC86CB-51D2-4C23-039A-28B704D08941}"/>
          </ac:spMkLst>
        </pc:spChg>
        <pc:spChg chg="mod">
          <ac:chgData name="hiromi ichikura" userId="sVnQKTKxsUv9D1Ca1yrTwa8SHlrPpxzrg7NR9E8U7XE=" providerId="None" clId="Web-{E0BC2DF0-C393-4EF3-B3E3-E90C9E81E94F}" dt="2025-03-08T01:34:34.843" v="163"/>
          <ac:spMkLst>
            <pc:docMk/>
            <pc:sldMk cId="1156776606" sldId="271"/>
            <ac:spMk id="177" creationId="{BF83811E-1FBF-63A6-CAAE-22F80ED4F380}"/>
          </ac:spMkLst>
        </pc:spChg>
        <pc:spChg chg="mod">
          <ac:chgData name="hiromi ichikura" userId="sVnQKTKxsUv9D1Ca1yrTwa8SHlrPpxzrg7NR9E8U7XE=" providerId="None" clId="Web-{E0BC2DF0-C393-4EF3-B3E3-E90C9E81E94F}" dt="2025-03-08T01:34:34.906" v="164"/>
          <ac:spMkLst>
            <pc:docMk/>
            <pc:sldMk cId="1156776606" sldId="271"/>
            <ac:spMk id="178" creationId="{FD7733A6-DD4C-AAB7-E63C-816B25397F05}"/>
          </ac:spMkLst>
        </pc:spChg>
        <pc:spChg chg="add mod">
          <ac:chgData name="hiromi ichikura" userId="sVnQKTKxsUv9D1Ca1yrTwa8SHlrPpxzrg7NR9E8U7XE=" providerId="None" clId="Web-{E0BC2DF0-C393-4EF3-B3E3-E90C9E81E94F}" dt="2025-03-08T02:35:45.752" v="403" actId="20577"/>
          <ac:spMkLst>
            <pc:docMk/>
            <pc:sldMk cId="1156776606" sldId="271"/>
            <ac:spMk id="179" creationId="{18F8DE7A-9094-88F6-7F00-19F27101129F}"/>
          </ac:spMkLst>
        </pc:spChg>
        <pc:spChg chg="add del">
          <ac:chgData name="hiromi ichikura" userId="sVnQKTKxsUv9D1Ca1yrTwa8SHlrPpxzrg7NR9E8U7XE=" providerId="None" clId="Web-{E0BC2DF0-C393-4EF3-B3E3-E90C9E81E94F}" dt="2025-03-08T01:43:18.737" v="292"/>
          <ac:spMkLst>
            <pc:docMk/>
            <pc:sldMk cId="1156776606" sldId="271"/>
            <ac:spMk id="182" creationId="{0DFA7023-1852-DE7A-8753-A89E748B0F37}"/>
          </ac:spMkLst>
        </pc:spChg>
        <pc:spChg chg="add mod">
          <ac:chgData name="hiromi ichikura" userId="sVnQKTKxsUv9D1Ca1yrTwa8SHlrPpxzrg7NR9E8U7XE=" providerId="None" clId="Web-{E0BC2DF0-C393-4EF3-B3E3-E90C9E81E94F}" dt="2025-03-08T01:49:53.656" v="335" actId="1076"/>
          <ac:spMkLst>
            <pc:docMk/>
            <pc:sldMk cId="1156776606" sldId="271"/>
            <ac:spMk id="184" creationId="{0609AD81-53E4-042E-E6E8-3A96414CB1EA}"/>
          </ac:spMkLst>
        </pc:spChg>
        <pc:spChg chg="del mod">
          <ac:chgData name="hiromi ichikura" userId="sVnQKTKxsUv9D1Ca1yrTwa8SHlrPpxzrg7NR9E8U7XE=" providerId="None" clId="Web-{E0BC2DF0-C393-4EF3-B3E3-E90C9E81E94F}" dt="2025-03-08T01:44:39.333" v="302"/>
          <ac:spMkLst>
            <pc:docMk/>
            <pc:sldMk cId="1156776606" sldId="271"/>
            <ac:spMk id="189" creationId="{E2751B0F-8751-F558-818A-1FE49D00796F}"/>
          </ac:spMkLst>
        </pc:spChg>
        <pc:spChg chg="del">
          <ac:chgData name="hiromi ichikura" userId="sVnQKTKxsUv9D1Ca1yrTwa8SHlrPpxzrg7NR9E8U7XE=" providerId="None" clId="Web-{E0BC2DF0-C393-4EF3-B3E3-E90C9E81E94F}" dt="2025-03-08T01:44:31.739" v="299"/>
          <ac:spMkLst>
            <pc:docMk/>
            <pc:sldMk cId="1156776606" sldId="271"/>
            <ac:spMk id="197" creationId="{468A143F-19F9-35DB-0F5A-CE16DEB59243}"/>
          </ac:spMkLst>
        </pc:spChg>
        <pc:spChg chg="del">
          <ac:chgData name="hiromi ichikura" userId="sVnQKTKxsUv9D1Ca1yrTwa8SHlrPpxzrg7NR9E8U7XE=" providerId="None" clId="Web-{E0BC2DF0-C393-4EF3-B3E3-E90C9E81E94F}" dt="2025-03-08T01:44:33.848" v="300"/>
          <ac:spMkLst>
            <pc:docMk/>
            <pc:sldMk cId="1156776606" sldId="271"/>
            <ac:spMk id="198" creationId="{DA8C985A-E1A8-EDAF-86F9-D2ADD2A618B4}"/>
          </ac:spMkLst>
        </pc:spChg>
        <pc:spChg chg="del">
          <ac:chgData name="hiromi ichikura" userId="sVnQKTKxsUv9D1Ca1yrTwa8SHlrPpxzrg7NR9E8U7XE=" providerId="None" clId="Web-{E0BC2DF0-C393-4EF3-B3E3-E90C9E81E94F}" dt="2025-03-08T01:47:25.729" v="315"/>
          <ac:spMkLst>
            <pc:docMk/>
            <pc:sldMk cId="1156776606" sldId="271"/>
            <ac:spMk id="201" creationId="{D715A944-4746-7B5E-FAF1-08187C9B9E99}"/>
          </ac:spMkLst>
        </pc:spChg>
        <pc:spChg chg="del">
          <ac:chgData name="hiromi ichikura" userId="sVnQKTKxsUv9D1Ca1yrTwa8SHlrPpxzrg7NR9E8U7XE=" providerId="None" clId="Web-{E0BC2DF0-C393-4EF3-B3E3-E90C9E81E94F}" dt="2025-03-08T01:47:27.620" v="316"/>
          <ac:spMkLst>
            <pc:docMk/>
            <pc:sldMk cId="1156776606" sldId="271"/>
            <ac:spMk id="202" creationId="{37D30FA0-0D7F-8DA7-843F-1CCA40010618}"/>
          </ac:spMkLst>
        </pc:spChg>
        <pc:spChg chg="del">
          <ac:chgData name="hiromi ichikura" userId="sVnQKTKxsUv9D1Ca1yrTwa8SHlrPpxzrg7NR9E8U7XE=" providerId="None" clId="Web-{E0BC2DF0-C393-4EF3-B3E3-E90C9E81E94F}" dt="2025-03-08T01:47:31.496" v="318"/>
          <ac:spMkLst>
            <pc:docMk/>
            <pc:sldMk cId="1156776606" sldId="271"/>
            <ac:spMk id="203" creationId="{F76A5EC6-E4CA-1AE7-0CB0-5078D5887CDE}"/>
          </ac:spMkLst>
        </pc:spChg>
        <pc:spChg chg="del">
          <ac:chgData name="hiromi ichikura" userId="sVnQKTKxsUv9D1Ca1yrTwa8SHlrPpxzrg7NR9E8U7XE=" providerId="None" clId="Web-{E0BC2DF0-C393-4EF3-B3E3-E90C9E81E94F}" dt="2025-03-08T01:47:29.308" v="317"/>
          <ac:spMkLst>
            <pc:docMk/>
            <pc:sldMk cId="1156776606" sldId="271"/>
            <ac:spMk id="204" creationId="{49C72F21-EB18-E5D4-83BE-B3AD23BC88E8}"/>
          </ac:spMkLst>
        </pc:spChg>
        <pc:spChg chg="del">
          <ac:chgData name="hiromi ichikura" userId="sVnQKTKxsUv9D1Ca1yrTwa8SHlrPpxzrg7NR9E8U7XE=" providerId="None" clId="Web-{E0BC2DF0-C393-4EF3-B3E3-E90C9E81E94F}" dt="2025-03-08T01:49:56.906" v="336"/>
          <ac:spMkLst>
            <pc:docMk/>
            <pc:sldMk cId="1156776606" sldId="271"/>
            <ac:spMk id="208" creationId="{3B033E84-5A01-9474-6183-E1A4ACADB0CA}"/>
          </ac:spMkLst>
        </pc:spChg>
        <pc:spChg chg="del">
          <ac:chgData name="hiromi ichikura" userId="sVnQKTKxsUv9D1Ca1yrTwa8SHlrPpxzrg7NR9E8U7XE=" providerId="None" clId="Web-{E0BC2DF0-C393-4EF3-B3E3-E90C9E81E94F}" dt="2025-03-08T01:47:17.010" v="314"/>
          <ac:spMkLst>
            <pc:docMk/>
            <pc:sldMk cId="1156776606" sldId="271"/>
            <ac:spMk id="209" creationId="{521EF564-7231-7266-60F6-B573CA0D2964}"/>
          </ac:spMkLst>
        </pc:spChg>
        <pc:spChg chg="add mod">
          <ac:chgData name="hiromi ichikura" userId="sVnQKTKxsUv9D1Ca1yrTwa8SHlrPpxzrg7NR9E8U7XE=" providerId="None" clId="Web-{E0BC2DF0-C393-4EF3-B3E3-E90C9E81E94F}" dt="2025-03-08T02:33:40.040" v="396" actId="1076"/>
          <ac:spMkLst>
            <pc:docMk/>
            <pc:sldMk cId="1156776606" sldId="271"/>
            <ac:spMk id="212" creationId="{2330C47F-234D-2652-B2CA-736BA7839ED1}"/>
          </ac:spMkLst>
        </pc:spChg>
        <pc:spChg chg="add mod">
          <ac:chgData name="hiromi ichikura" userId="sVnQKTKxsUv9D1Ca1yrTwa8SHlrPpxzrg7NR9E8U7XE=" providerId="None" clId="Web-{E0BC2DF0-C393-4EF3-B3E3-E90C9E81E94F}" dt="2025-03-08T01:55:14.264" v="383" actId="1076"/>
          <ac:spMkLst>
            <pc:docMk/>
            <pc:sldMk cId="1156776606" sldId="271"/>
            <ac:spMk id="214" creationId="{F34BAED2-515C-CE0D-8782-DB62D23DD8D1}"/>
          </ac:spMkLst>
        </pc:spChg>
        <pc:spChg chg="add mod">
          <ac:chgData name="hiromi ichikura" userId="sVnQKTKxsUv9D1Ca1yrTwa8SHlrPpxzrg7NR9E8U7XE=" providerId="None" clId="Web-{E0BC2DF0-C393-4EF3-B3E3-E90C9E81E94F}" dt="2025-03-08T01:55:14.311" v="384" actId="1076"/>
          <ac:spMkLst>
            <pc:docMk/>
            <pc:sldMk cId="1156776606" sldId="271"/>
            <ac:spMk id="215" creationId="{3B033E84-5A01-9474-6183-E1A4ACADB0CA}"/>
          </ac:spMkLst>
        </pc:spChg>
        <pc:spChg chg="add del mod">
          <ac:chgData name="hiromi ichikura" userId="sVnQKTKxsUv9D1Ca1yrTwa8SHlrPpxzrg7NR9E8U7XE=" providerId="None" clId="Web-{E0BC2DF0-C393-4EF3-B3E3-E90C9E81E94F}" dt="2025-03-08T01:52:09.317" v="356"/>
          <ac:spMkLst>
            <pc:docMk/>
            <pc:sldMk cId="1156776606" sldId="271"/>
            <ac:spMk id="216" creationId="{581404DA-1073-59F2-D809-9099DAB1528F}"/>
          </ac:spMkLst>
        </pc:spChg>
        <pc:spChg chg="add mod">
          <ac:chgData name="hiromi ichikura" userId="sVnQKTKxsUv9D1Ca1yrTwa8SHlrPpxzrg7NR9E8U7XE=" providerId="None" clId="Web-{E0BC2DF0-C393-4EF3-B3E3-E90C9E81E94F}" dt="2025-03-08T01:55:14.358" v="385" actId="1076"/>
          <ac:spMkLst>
            <pc:docMk/>
            <pc:sldMk cId="1156776606" sldId="271"/>
            <ac:spMk id="218" creationId="{6FBE4CF0-E889-8CE4-1EC1-77F44B49C4CD}"/>
          </ac:spMkLst>
        </pc:spChg>
        <pc:spChg chg="add mod">
          <ac:chgData name="hiromi ichikura" userId="sVnQKTKxsUv9D1Ca1yrTwa8SHlrPpxzrg7NR9E8U7XE=" providerId="None" clId="Web-{E0BC2DF0-C393-4EF3-B3E3-E90C9E81E94F}" dt="2025-03-08T01:53:13.226" v="366" actId="1076"/>
          <ac:spMkLst>
            <pc:docMk/>
            <pc:sldMk cId="1156776606" sldId="271"/>
            <ac:spMk id="220" creationId="{B2478E15-AEFB-7C13-D43E-3FA4245E0B3E}"/>
          </ac:spMkLst>
        </pc:spChg>
        <pc:spChg chg="add mod">
          <ac:chgData name="hiromi ichikura" userId="sVnQKTKxsUv9D1Ca1yrTwa8SHlrPpxzrg7NR9E8U7XE=" providerId="None" clId="Web-{E0BC2DF0-C393-4EF3-B3E3-E90C9E81E94F}" dt="2025-03-08T01:53:36.695" v="368" actId="1076"/>
          <ac:spMkLst>
            <pc:docMk/>
            <pc:sldMk cId="1156776606" sldId="271"/>
            <ac:spMk id="222" creationId="{832F9962-45BA-DC5B-4725-2141D1EB16D9}"/>
          </ac:spMkLst>
        </pc:spChg>
        <pc:spChg chg="add mod">
          <ac:chgData name="hiromi ichikura" userId="sVnQKTKxsUv9D1Ca1yrTwa8SHlrPpxzrg7NR9E8U7XE=" providerId="None" clId="Web-{E0BC2DF0-C393-4EF3-B3E3-E90C9E81E94F}" dt="2025-03-08T01:54:02.806" v="374" actId="1076"/>
          <ac:spMkLst>
            <pc:docMk/>
            <pc:sldMk cId="1156776606" sldId="271"/>
            <ac:spMk id="224" creationId="{C42C990A-E8CD-BEA2-6475-DD738CEA4556}"/>
          </ac:spMkLst>
        </pc:spChg>
        <pc:spChg chg="add mod">
          <ac:chgData name="hiromi ichikura" userId="sVnQKTKxsUv9D1Ca1yrTwa8SHlrPpxzrg7NR9E8U7XE=" providerId="None" clId="Web-{E0BC2DF0-C393-4EF3-B3E3-E90C9E81E94F}" dt="2025-03-08T01:54:45.372" v="380" actId="1076"/>
          <ac:spMkLst>
            <pc:docMk/>
            <pc:sldMk cId="1156776606" sldId="271"/>
            <ac:spMk id="226" creationId="{1E0EBFBD-618E-A570-D443-FAD6751E06C0}"/>
          </ac:spMkLst>
        </pc:spChg>
        <pc:spChg chg="add mod">
          <ac:chgData name="hiromi ichikura" userId="sVnQKTKxsUv9D1Ca1yrTwa8SHlrPpxzrg7NR9E8U7XE=" providerId="None" clId="Web-{E0BC2DF0-C393-4EF3-B3E3-E90C9E81E94F}" dt="2025-03-08T02:33:25.085" v="392" actId="1076"/>
          <ac:spMkLst>
            <pc:docMk/>
            <pc:sldMk cId="1156776606" sldId="271"/>
            <ac:spMk id="228" creationId="{5719ACB1-431E-25A7-E641-C1C9266A0FEF}"/>
          </ac:spMkLst>
        </pc:spChg>
        <pc:grpChg chg="add">
          <ac:chgData name="hiromi ichikura" userId="sVnQKTKxsUv9D1Ca1yrTwa8SHlrPpxzrg7NR9E8U7XE=" providerId="None" clId="Web-{E0BC2DF0-C393-4EF3-B3E3-E90C9E81E94F}" dt="2025-03-08T01:34:17.765" v="140"/>
          <ac:grpSpMkLst>
            <pc:docMk/>
            <pc:sldMk cId="1156776606" sldId="271"/>
            <ac:grpSpMk id="8" creationId="{7F8C0640-C024-1DA2-7AD9-5601D81EF0BD}"/>
          </ac:grpSpMkLst>
        </pc:grpChg>
        <pc:grpChg chg="del">
          <ac:chgData name="hiromi ichikura" userId="sVnQKTKxsUv9D1Ca1yrTwa8SHlrPpxzrg7NR9E8U7XE=" providerId="None" clId="Web-{E0BC2DF0-C393-4EF3-B3E3-E90C9E81E94F}" dt="2025-03-08T01:44:47.536" v="303"/>
          <ac:grpSpMkLst>
            <pc:docMk/>
            <pc:sldMk cId="1156776606" sldId="271"/>
            <ac:grpSpMk id="48" creationId="{B74554CD-B03B-5E16-A18A-7BFEB8226630}"/>
          </ac:grpSpMkLst>
        </pc:grpChg>
        <pc:grpChg chg="del">
          <ac:chgData name="hiromi ichikura" userId="sVnQKTKxsUv9D1Ca1yrTwa8SHlrPpxzrg7NR9E8U7XE=" providerId="None" clId="Web-{E0BC2DF0-C393-4EF3-B3E3-E90C9E81E94F}" dt="2025-03-08T01:42:03.265" v="278"/>
          <ac:grpSpMkLst>
            <pc:docMk/>
            <pc:sldMk cId="1156776606" sldId="271"/>
            <ac:grpSpMk id="60" creationId="{0EC66FEE-7FAB-653B-4557-8F4DE3F15324}"/>
          </ac:grpSpMkLst>
        </pc:grpChg>
        <pc:grpChg chg="mod">
          <ac:chgData name="hiromi ichikura" userId="sVnQKTKxsUv9D1Ca1yrTwa8SHlrPpxzrg7NR9E8U7XE=" providerId="None" clId="Web-{E0BC2DF0-C393-4EF3-B3E3-E90C9E81E94F}" dt="2025-03-08T01:34:05.264" v="139" actId="1076"/>
          <ac:grpSpMkLst>
            <pc:docMk/>
            <pc:sldMk cId="1156776606" sldId="271"/>
            <ac:grpSpMk id="73" creationId="{DEF82A6C-D0F5-67C9-DCA3-AC8B7A299E4C}"/>
          </ac:grpSpMkLst>
        </pc:grpChg>
        <pc:grpChg chg="del mod">
          <ac:chgData name="hiromi ichikura" userId="sVnQKTKxsUv9D1Ca1yrTwa8SHlrPpxzrg7NR9E8U7XE=" providerId="None" clId="Web-{E0BC2DF0-C393-4EF3-B3E3-E90C9E81E94F}" dt="2025-03-08T01:48:16.575" v="329"/>
          <ac:grpSpMkLst>
            <pc:docMk/>
            <pc:sldMk cId="1156776606" sldId="271"/>
            <ac:grpSpMk id="124" creationId="{12C0EE31-43B8-7582-274E-773779E6AA8D}"/>
          </ac:grpSpMkLst>
        </pc:grpChg>
        <pc:grpChg chg="add del mod">
          <ac:chgData name="hiromi ichikura" userId="sVnQKTKxsUv9D1Ca1yrTwa8SHlrPpxzrg7NR9E8U7XE=" providerId="None" clId="Web-{E0BC2DF0-C393-4EF3-B3E3-E90C9E81E94F}" dt="2025-03-08T01:48:11.028" v="327" actId="1076"/>
          <ac:grpSpMkLst>
            <pc:docMk/>
            <pc:sldMk cId="1156776606" sldId="271"/>
            <ac:grpSpMk id="166" creationId="{488AB963-A981-F1F3-2255-833822DFEE28}"/>
          </ac:grpSpMkLst>
        </pc:grpChg>
        <pc:grpChg chg="add del mod">
          <ac:chgData name="hiromi ichikura" userId="sVnQKTKxsUv9D1Ca1yrTwa8SHlrPpxzrg7NR9E8U7XE=" providerId="None" clId="Web-{E0BC2DF0-C393-4EF3-B3E3-E90C9E81E94F}" dt="2025-03-08T01:46:03.258" v="305"/>
          <ac:grpSpMkLst>
            <pc:docMk/>
            <pc:sldMk cId="1156776606" sldId="271"/>
            <ac:grpSpMk id="199" creationId="{D0AF8EF8-7EDF-CFE3-8344-9A48081821F4}"/>
          </ac:grpSpMkLst>
        </pc:grpChg>
        <pc:grpChg chg="add mod">
          <ac:chgData name="hiromi ichikura" userId="sVnQKTKxsUv9D1Ca1yrTwa8SHlrPpxzrg7NR9E8U7XE=" providerId="None" clId="Web-{E0BC2DF0-C393-4EF3-B3E3-E90C9E81E94F}" dt="2025-03-08T02:33:22.835" v="391" actId="1076"/>
          <ac:grpSpMkLst>
            <pc:docMk/>
            <pc:sldMk cId="1156776606" sldId="271"/>
            <ac:grpSpMk id="210" creationId="{8017B3F1-C8B1-45E3-AAF6-B74D18C637A6}"/>
          </ac:grpSpMkLst>
        </pc:grpChg>
        <pc:graphicFrameChg chg="add mod modGraphic">
          <ac:chgData name="hiromi ichikura" userId="sVnQKTKxsUv9D1Ca1yrTwa8SHlrPpxzrg7NR9E8U7XE=" providerId="None" clId="Web-{E0BC2DF0-C393-4EF3-B3E3-E90C9E81E94F}" dt="2025-03-08T01:33:17.810" v="135"/>
          <ac:graphicFrameMkLst>
            <pc:docMk/>
            <pc:sldMk cId="1156776606" sldId="271"/>
            <ac:graphicFrameMk id="7" creationId="{57DB5C99-6D73-4C1A-F60F-EE9DA3199696}"/>
          </ac:graphicFrameMkLst>
        </pc:graphicFrameChg>
      </pc:sldChg>
    </pc:docChg>
  </pc:docChgLst>
  <pc:docChgLst>
    <pc:chgData name="hiromi ichikura" userId="sVnQKTKxsUv9D1Ca1yrTwa8SHlrPpxzrg7NR9E8U7XE=" providerId="None" clId="Web-{A72822FF-690F-4B03-92A0-2B41DC79C0CA}"/>
    <pc:docChg chg="modSld">
      <pc:chgData name="hiromi ichikura" userId="sVnQKTKxsUv9D1Ca1yrTwa8SHlrPpxzrg7NR9E8U7XE=" providerId="None" clId="Web-{A72822FF-690F-4B03-92A0-2B41DC79C0CA}" dt="2025-03-13T23:16:20.355" v="336" actId="1076"/>
      <pc:docMkLst>
        <pc:docMk/>
      </pc:docMkLst>
      <pc:sldChg chg="addSp delSp modSp">
        <pc:chgData name="hiromi ichikura" userId="sVnQKTKxsUv9D1Ca1yrTwa8SHlrPpxzrg7NR9E8U7XE=" providerId="None" clId="Web-{A72822FF-690F-4B03-92A0-2B41DC79C0CA}" dt="2025-03-13T23:06:59.885" v="84" actId="1076"/>
        <pc:sldMkLst>
          <pc:docMk/>
          <pc:sldMk cId="2343382988" sldId="268"/>
        </pc:sldMkLst>
        <pc:spChg chg="add mod">
          <ac:chgData name="hiromi ichikura" userId="sVnQKTKxsUv9D1Ca1yrTwa8SHlrPpxzrg7NR9E8U7XE=" providerId="None" clId="Web-{A72822FF-690F-4B03-92A0-2B41DC79C0CA}" dt="2025-03-13T23:06:59.885" v="84" actId="1076"/>
          <ac:spMkLst>
            <pc:docMk/>
            <pc:sldMk cId="2343382988" sldId="268"/>
            <ac:spMk id="20" creationId="{64D12D59-1B4A-2757-DB51-1899F4DC8AAB}"/>
          </ac:spMkLst>
        </pc:spChg>
        <pc:spChg chg="del">
          <ac:chgData name="hiromi ichikura" userId="sVnQKTKxsUv9D1Ca1yrTwa8SHlrPpxzrg7NR9E8U7XE=" providerId="None" clId="Web-{A72822FF-690F-4B03-92A0-2B41DC79C0CA}" dt="2025-03-13T23:01:39.814" v="12"/>
          <ac:spMkLst>
            <pc:docMk/>
            <pc:sldMk cId="2343382988" sldId="268"/>
            <ac:spMk id="191" creationId="{C53FF77E-F616-5086-F1CE-EEA87C76AC06}"/>
          </ac:spMkLst>
        </pc:spChg>
        <pc:spChg chg="del">
          <ac:chgData name="hiromi ichikura" userId="sVnQKTKxsUv9D1Ca1yrTwa8SHlrPpxzrg7NR9E8U7XE=" providerId="None" clId="Web-{A72822FF-690F-4B03-92A0-2B41DC79C0CA}" dt="2025-03-13T22:55:16.053" v="0"/>
          <ac:spMkLst>
            <pc:docMk/>
            <pc:sldMk cId="2343382988" sldId="268"/>
            <ac:spMk id="195" creationId="{F6A2FE36-5822-E426-75E0-C43EE611863D}"/>
          </ac:spMkLst>
        </pc:spChg>
        <pc:spChg chg="del">
          <ac:chgData name="hiromi ichikura" userId="sVnQKTKxsUv9D1Ca1yrTwa8SHlrPpxzrg7NR9E8U7XE=" providerId="None" clId="Web-{A72822FF-690F-4B03-92A0-2B41DC79C0CA}" dt="2025-03-13T22:59:46.108" v="5"/>
          <ac:spMkLst>
            <pc:docMk/>
            <pc:sldMk cId="2343382988" sldId="268"/>
            <ac:spMk id="201" creationId="{B21316AC-F820-4A3A-9665-60FD798122C2}"/>
          </ac:spMkLst>
        </pc:spChg>
        <pc:spChg chg="del mod">
          <ac:chgData name="hiromi ichikura" userId="sVnQKTKxsUv9D1Ca1yrTwa8SHlrPpxzrg7NR9E8U7XE=" providerId="None" clId="Web-{A72822FF-690F-4B03-92A0-2B41DC79C0CA}" dt="2025-03-13T23:01:39.001" v="11"/>
          <ac:spMkLst>
            <pc:docMk/>
            <pc:sldMk cId="2343382988" sldId="268"/>
            <ac:spMk id="202" creationId="{267067CA-59D0-4D43-51BD-F24ED2F242EC}"/>
          </ac:spMkLst>
        </pc:spChg>
        <pc:spChg chg="del">
          <ac:chgData name="hiromi ichikura" userId="sVnQKTKxsUv9D1Ca1yrTwa8SHlrPpxzrg7NR9E8U7XE=" providerId="None" clId="Web-{A72822FF-690F-4B03-92A0-2B41DC79C0CA}" dt="2025-03-13T23:01:42.830" v="13"/>
          <ac:spMkLst>
            <pc:docMk/>
            <pc:sldMk cId="2343382988" sldId="268"/>
            <ac:spMk id="203" creationId="{53337A7C-8325-E0A0-A0D6-72895DF246A6}"/>
          </ac:spMkLst>
        </pc:spChg>
        <pc:graphicFrameChg chg="modGraphic">
          <ac:chgData name="hiromi ichikura" userId="sVnQKTKxsUv9D1Ca1yrTwa8SHlrPpxzrg7NR9E8U7XE=" providerId="None" clId="Web-{A72822FF-690F-4B03-92A0-2B41DC79C0CA}" dt="2025-03-13T23:05:16.663" v="38"/>
          <ac:graphicFrameMkLst>
            <pc:docMk/>
            <pc:sldMk cId="2343382988" sldId="268"/>
            <ac:graphicFrameMk id="17" creationId="{F36999E8-EFCB-BF97-4812-48A3D0BBABE2}"/>
          </ac:graphicFrameMkLst>
        </pc:graphicFrameChg>
        <pc:picChg chg="add del mod">
          <ac:chgData name="hiromi ichikura" userId="sVnQKTKxsUv9D1Ca1yrTwa8SHlrPpxzrg7NR9E8U7XE=" providerId="None" clId="Web-{A72822FF-690F-4B03-92A0-2B41DC79C0CA}" dt="2025-03-13T23:02:02.221" v="21"/>
          <ac:picMkLst>
            <pc:docMk/>
            <pc:sldMk cId="2343382988" sldId="268"/>
            <ac:picMk id="4" creationId="{6A71BC36-A91F-F8D9-4BAE-3DDA2BF38EAF}"/>
          </ac:picMkLst>
        </pc:picChg>
        <pc:picChg chg="add del mod">
          <ac:chgData name="hiromi ichikura" userId="sVnQKTKxsUv9D1Ca1yrTwa8SHlrPpxzrg7NR9E8U7XE=" providerId="None" clId="Web-{A72822FF-690F-4B03-92A0-2B41DC79C0CA}" dt="2025-03-13T23:02:05.174" v="22"/>
          <ac:picMkLst>
            <pc:docMk/>
            <pc:sldMk cId="2343382988" sldId="268"/>
            <ac:picMk id="12" creationId="{111FA8A0-6B2D-C870-031A-52806182B45C}"/>
          </ac:picMkLst>
        </pc:picChg>
        <pc:picChg chg="add del mod">
          <ac:chgData name="hiromi ichikura" userId="sVnQKTKxsUv9D1Ca1yrTwa8SHlrPpxzrg7NR9E8U7XE=" providerId="None" clId="Web-{A72822FF-690F-4B03-92A0-2B41DC79C0CA}" dt="2025-03-13T23:04:16.990" v="28"/>
          <ac:picMkLst>
            <pc:docMk/>
            <pc:sldMk cId="2343382988" sldId="268"/>
            <ac:picMk id="13" creationId="{2118CDD5-91AA-05C5-E2B3-A4787162FFAB}"/>
          </ac:picMkLst>
        </pc:picChg>
        <pc:picChg chg="add mod">
          <ac:chgData name="hiromi ichikura" userId="sVnQKTKxsUv9D1Ca1yrTwa8SHlrPpxzrg7NR9E8U7XE=" providerId="None" clId="Web-{A72822FF-690F-4B03-92A0-2B41DC79C0CA}" dt="2025-03-13T23:04:52.444" v="36" actId="1076"/>
          <ac:picMkLst>
            <pc:docMk/>
            <pc:sldMk cId="2343382988" sldId="268"/>
            <ac:picMk id="18" creationId="{7363CBD4-0F1E-EB30-3462-CB47576C0254}"/>
          </ac:picMkLst>
        </pc:picChg>
        <pc:picChg chg="add mod">
          <ac:chgData name="hiromi ichikura" userId="sVnQKTKxsUv9D1Ca1yrTwa8SHlrPpxzrg7NR9E8U7XE=" providerId="None" clId="Web-{A72822FF-690F-4B03-92A0-2B41DC79C0CA}" dt="2025-03-13T23:04:54.053" v="37" actId="1076"/>
          <ac:picMkLst>
            <pc:docMk/>
            <pc:sldMk cId="2343382988" sldId="268"/>
            <ac:picMk id="19" creationId="{D58C7B86-9190-DBC9-8781-1AAE6DEF7680}"/>
          </ac:picMkLst>
        </pc:picChg>
        <pc:picChg chg="del">
          <ac:chgData name="hiromi ichikura" userId="sVnQKTKxsUv9D1Ca1yrTwa8SHlrPpxzrg7NR9E8U7XE=" providerId="None" clId="Web-{A72822FF-690F-4B03-92A0-2B41DC79C0CA}" dt="2025-03-13T23:00:22.030" v="9"/>
          <ac:picMkLst>
            <pc:docMk/>
            <pc:sldMk cId="2343382988" sldId="268"/>
            <ac:picMk id="43" creationId="{F811D2D9-CB4F-E128-6639-8150B7598537}"/>
          </ac:picMkLst>
        </pc:picChg>
        <pc:picChg chg="add del">
          <ac:chgData name="hiromi ichikura" userId="sVnQKTKxsUv9D1Ca1yrTwa8SHlrPpxzrg7NR9E8U7XE=" providerId="None" clId="Web-{A72822FF-690F-4B03-92A0-2B41DC79C0CA}" dt="2025-03-13T22:59:46.108" v="6"/>
          <ac:picMkLst>
            <pc:docMk/>
            <pc:sldMk cId="2343382988" sldId="268"/>
            <ac:picMk id="60" creationId="{18A8B616-41E9-BC55-1A08-363CF2789F71}"/>
          </ac:picMkLst>
        </pc:picChg>
        <pc:picChg chg="del">
          <ac:chgData name="hiromi ichikura" userId="sVnQKTKxsUv9D1Ca1yrTwa8SHlrPpxzrg7NR9E8U7XE=" providerId="None" clId="Web-{A72822FF-690F-4B03-92A0-2B41DC79C0CA}" dt="2025-03-13T22:55:16.053" v="2"/>
          <ac:picMkLst>
            <pc:docMk/>
            <pc:sldMk cId="2343382988" sldId="268"/>
            <ac:picMk id="89" creationId="{086D565C-9674-09D4-5BFA-17B24242267F}"/>
          </ac:picMkLst>
        </pc:picChg>
        <pc:picChg chg="del">
          <ac:chgData name="hiromi ichikura" userId="sVnQKTKxsUv9D1Ca1yrTwa8SHlrPpxzrg7NR9E8U7XE=" providerId="None" clId="Web-{A72822FF-690F-4B03-92A0-2B41DC79C0CA}" dt="2025-03-13T23:00:22.030" v="8"/>
          <ac:picMkLst>
            <pc:docMk/>
            <pc:sldMk cId="2343382988" sldId="268"/>
            <ac:picMk id="93" creationId="{A80D3F66-94CC-3034-86C2-D64A3E86E3F4}"/>
          </ac:picMkLst>
        </pc:picChg>
        <pc:picChg chg="del">
          <ac:chgData name="hiromi ichikura" userId="sVnQKTKxsUv9D1Ca1yrTwa8SHlrPpxzrg7NR9E8U7XE=" providerId="None" clId="Web-{A72822FF-690F-4B03-92A0-2B41DC79C0CA}" dt="2025-03-13T22:55:16.053" v="1"/>
          <ac:picMkLst>
            <pc:docMk/>
            <pc:sldMk cId="2343382988" sldId="268"/>
            <ac:picMk id="128" creationId="{EAADAE80-3A46-521B-E494-EBBEC8C12A7E}"/>
          </ac:picMkLst>
        </pc:picChg>
        <pc:picChg chg="del">
          <ac:chgData name="hiromi ichikura" userId="sVnQKTKxsUv9D1Ca1yrTwa8SHlrPpxzrg7NR9E8U7XE=" providerId="None" clId="Web-{A72822FF-690F-4B03-92A0-2B41DC79C0CA}" dt="2025-03-13T23:00:22.030" v="7"/>
          <ac:picMkLst>
            <pc:docMk/>
            <pc:sldMk cId="2343382988" sldId="268"/>
            <ac:picMk id="167" creationId="{375E22BD-BDB2-EEE9-E227-8A195B245B14}"/>
          </ac:picMkLst>
        </pc:picChg>
      </pc:sldChg>
      <pc:sldChg chg="addSp delSp modSp">
        <pc:chgData name="hiromi ichikura" userId="sVnQKTKxsUv9D1Ca1yrTwa8SHlrPpxzrg7NR9E8U7XE=" providerId="None" clId="Web-{A72822FF-690F-4B03-92A0-2B41DC79C0CA}" dt="2025-03-13T23:16:20.355" v="336" actId="1076"/>
        <pc:sldMkLst>
          <pc:docMk/>
          <pc:sldMk cId="1156776606" sldId="271"/>
        </pc:sldMkLst>
        <pc:spChg chg="del">
          <ac:chgData name="hiromi ichikura" userId="sVnQKTKxsUv9D1Ca1yrTwa8SHlrPpxzrg7NR9E8U7XE=" providerId="None" clId="Web-{A72822FF-690F-4B03-92A0-2B41DC79C0CA}" dt="2025-03-13T23:11:18.909" v="234"/>
          <ac:spMkLst>
            <pc:docMk/>
            <pc:sldMk cId="1156776606" sldId="271"/>
            <ac:spMk id="3" creationId="{50C242B7-778B-EA0B-5305-57FE29266E15}"/>
          </ac:spMkLst>
        </pc:spChg>
        <pc:spChg chg="del">
          <ac:chgData name="hiromi ichikura" userId="sVnQKTKxsUv9D1Ca1yrTwa8SHlrPpxzrg7NR9E8U7XE=" providerId="None" clId="Web-{A72822FF-690F-4B03-92A0-2B41DC79C0CA}" dt="2025-03-13T23:10:38.673" v="210"/>
          <ac:spMkLst>
            <pc:docMk/>
            <pc:sldMk cId="1156776606" sldId="271"/>
            <ac:spMk id="4" creationId="{029B5B4C-9CF3-7FEA-B84A-EFF379068214}"/>
          </ac:spMkLst>
        </pc:spChg>
        <pc:spChg chg="del">
          <ac:chgData name="hiromi ichikura" userId="sVnQKTKxsUv9D1Ca1yrTwa8SHlrPpxzrg7NR9E8U7XE=" providerId="None" clId="Web-{A72822FF-690F-4B03-92A0-2B41DC79C0CA}" dt="2025-03-13T23:10:55.580" v="217"/>
          <ac:spMkLst>
            <pc:docMk/>
            <pc:sldMk cId="1156776606" sldId="271"/>
            <ac:spMk id="12" creationId="{A3768F66-C2C1-35CA-B4F5-E5481CBC82D8}"/>
          </ac:spMkLst>
        </pc:spChg>
        <pc:spChg chg="del">
          <ac:chgData name="hiromi ichikura" userId="sVnQKTKxsUv9D1Ca1yrTwa8SHlrPpxzrg7NR9E8U7XE=" providerId="None" clId="Web-{A72822FF-690F-4B03-92A0-2B41DC79C0CA}" dt="2025-03-13T23:10:57.111" v="219"/>
          <ac:spMkLst>
            <pc:docMk/>
            <pc:sldMk cId="1156776606" sldId="271"/>
            <ac:spMk id="13" creationId="{6846F6CF-346B-9515-5C7A-C5ED4939F4BE}"/>
          </ac:spMkLst>
        </pc:spChg>
        <pc:spChg chg="del">
          <ac:chgData name="hiromi ichikura" userId="sVnQKTKxsUv9D1Ca1yrTwa8SHlrPpxzrg7NR9E8U7XE=" providerId="None" clId="Web-{A72822FF-690F-4B03-92A0-2B41DC79C0CA}" dt="2025-03-13T23:11:12.424" v="231"/>
          <ac:spMkLst>
            <pc:docMk/>
            <pc:sldMk cId="1156776606" sldId="271"/>
            <ac:spMk id="18" creationId="{7556F963-2252-9382-57E6-61CA74520552}"/>
          </ac:spMkLst>
        </pc:spChg>
        <pc:spChg chg="del">
          <ac:chgData name="hiromi ichikura" userId="sVnQKTKxsUv9D1Ca1yrTwa8SHlrPpxzrg7NR9E8U7XE=" providerId="None" clId="Web-{A72822FF-690F-4B03-92A0-2B41DC79C0CA}" dt="2025-03-13T23:11:02.877" v="224"/>
          <ac:spMkLst>
            <pc:docMk/>
            <pc:sldMk cId="1156776606" sldId="271"/>
            <ac:spMk id="20" creationId="{7A1D464E-771F-2FA3-EBFE-BEC968FDDBF4}"/>
          </ac:spMkLst>
        </pc:spChg>
        <pc:spChg chg="del">
          <ac:chgData name="hiromi ichikura" userId="sVnQKTKxsUv9D1Ca1yrTwa8SHlrPpxzrg7NR9E8U7XE=" providerId="None" clId="Web-{A72822FF-690F-4B03-92A0-2B41DC79C0CA}" dt="2025-03-13T23:11:07.549" v="227"/>
          <ac:spMkLst>
            <pc:docMk/>
            <pc:sldMk cId="1156776606" sldId="271"/>
            <ac:spMk id="22" creationId="{D3AD1B04-FC39-432E-5897-ACEE2E5DA4F3}"/>
          </ac:spMkLst>
        </pc:spChg>
        <pc:spChg chg="del">
          <ac:chgData name="hiromi ichikura" userId="sVnQKTKxsUv9D1Ca1yrTwa8SHlrPpxzrg7NR9E8U7XE=" providerId="None" clId="Web-{A72822FF-690F-4B03-92A0-2B41DC79C0CA}" dt="2025-03-13T23:10:38.673" v="205"/>
          <ac:spMkLst>
            <pc:docMk/>
            <pc:sldMk cId="1156776606" sldId="271"/>
            <ac:spMk id="28" creationId="{3D61D9EC-4C99-E2C7-58A4-50548CD185EF}"/>
          </ac:spMkLst>
        </pc:spChg>
        <pc:spChg chg="del">
          <ac:chgData name="hiromi ichikura" userId="sVnQKTKxsUv9D1Ca1yrTwa8SHlrPpxzrg7NR9E8U7XE=" providerId="None" clId="Web-{A72822FF-690F-4B03-92A0-2B41DC79C0CA}" dt="2025-03-13T23:10:38.673" v="204"/>
          <ac:spMkLst>
            <pc:docMk/>
            <pc:sldMk cId="1156776606" sldId="271"/>
            <ac:spMk id="29" creationId="{06D78486-D5CF-7BFB-2840-EE271804037D}"/>
          </ac:spMkLst>
        </pc:spChg>
        <pc:spChg chg="del">
          <ac:chgData name="hiromi ichikura" userId="sVnQKTKxsUv9D1Ca1yrTwa8SHlrPpxzrg7NR9E8U7XE=" providerId="None" clId="Web-{A72822FF-690F-4B03-92A0-2B41DC79C0CA}" dt="2025-03-13T23:10:58.658" v="222"/>
          <ac:spMkLst>
            <pc:docMk/>
            <pc:sldMk cId="1156776606" sldId="271"/>
            <ac:spMk id="32" creationId="{ED29F30C-0A86-B489-EC2E-5B6242AC299E}"/>
          </ac:spMkLst>
        </pc:spChg>
        <pc:spChg chg="add mod">
          <ac:chgData name="hiromi ichikura" userId="sVnQKTKxsUv9D1Ca1yrTwa8SHlrPpxzrg7NR9E8U7XE=" providerId="None" clId="Web-{A72822FF-690F-4B03-92A0-2B41DC79C0CA}" dt="2025-03-13T23:16:00.651" v="323" actId="1076"/>
          <ac:spMkLst>
            <pc:docMk/>
            <pc:sldMk cId="1156776606" sldId="271"/>
            <ac:spMk id="35" creationId="{E81D6ABF-CEDD-83B1-42FB-E130191E15EB}"/>
          </ac:spMkLst>
        </pc:spChg>
        <pc:spChg chg="add mod">
          <ac:chgData name="hiromi ichikura" userId="sVnQKTKxsUv9D1Ca1yrTwa8SHlrPpxzrg7NR9E8U7XE=" providerId="None" clId="Web-{A72822FF-690F-4B03-92A0-2B41DC79C0CA}" dt="2025-03-13T23:16:17.573" v="335" actId="1076"/>
          <ac:spMkLst>
            <pc:docMk/>
            <pc:sldMk cId="1156776606" sldId="271"/>
            <ac:spMk id="48" creationId="{DD8F1057-5CE8-B297-89FB-16A8AB84D013}"/>
          </ac:spMkLst>
        </pc:spChg>
        <pc:spChg chg="del">
          <ac:chgData name="hiromi ichikura" userId="sVnQKTKxsUv9D1Ca1yrTwa8SHlrPpxzrg7NR9E8U7XE=" providerId="None" clId="Web-{A72822FF-690F-4B03-92A0-2B41DC79C0CA}" dt="2025-03-13T23:10:38.673" v="212"/>
          <ac:spMkLst>
            <pc:docMk/>
            <pc:sldMk cId="1156776606" sldId="271"/>
            <ac:spMk id="49" creationId="{F40AD71F-4A65-95CF-A933-1E53689749EB}"/>
          </ac:spMkLst>
        </pc:spChg>
        <pc:spChg chg="del">
          <ac:chgData name="hiromi ichikura" userId="sVnQKTKxsUv9D1Ca1yrTwa8SHlrPpxzrg7NR9E8U7XE=" providerId="None" clId="Web-{A72822FF-690F-4B03-92A0-2B41DC79C0CA}" dt="2025-03-13T23:10:38.673" v="211"/>
          <ac:spMkLst>
            <pc:docMk/>
            <pc:sldMk cId="1156776606" sldId="271"/>
            <ac:spMk id="50" creationId="{411CAA0F-4DE7-4AC5-21AC-64DDE8E6D538}"/>
          </ac:spMkLst>
        </pc:spChg>
        <pc:spChg chg="del mod">
          <ac:chgData name="hiromi ichikura" userId="sVnQKTKxsUv9D1Ca1yrTwa8SHlrPpxzrg7NR9E8U7XE=" providerId="None" clId="Web-{A72822FF-690F-4B03-92A0-2B41DC79C0CA}" dt="2025-03-13T23:11:10.768" v="230"/>
          <ac:spMkLst>
            <pc:docMk/>
            <pc:sldMk cId="1156776606" sldId="271"/>
            <ac:spMk id="84" creationId="{49691072-87EF-6F9F-B90C-647DAEE17194}"/>
          </ac:spMkLst>
        </pc:spChg>
        <pc:spChg chg="del">
          <ac:chgData name="hiromi ichikura" userId="sVnQKTKxsUv9D1Ca1yrTwa8SHlrPpxzrg7NR9E8U7XE=" providerId="None" clId="Web-{A72822FF-690F-4B03-92A0-2B41DC79C0CA}" dt="2025-03-13T23:11:14.128" v="232"/>
          <ac:spMkLst>
            <pc:docMk/>
            <pc:sldMk cId="1156776606" sldId="271"/>
            <ac:spMk id="86" creationId="{907A98FE-E15D-F486-5B1F-7BB09D6A9B84}"/>
          </ac:spMkLst>
        </pc:spChg>
        <pc:spChg chg="del mod">
          <ac:chgData name="hiromi ichikura" userId="sVnQKTKxsUv9D1Ca1yrTwa8SHlrPpxzrg7NR9E8U7XE=" providerId="None" clId="Web-{A72822FF-690F-4B03-92A0-2B41DC79C0CA}" dt="2025-03-13T23:10:47.096" v="215"/>
          <ac:spMkLst>
            <pc:docMk/>
            <pc:sldMk cId="1156776606" sldId="271"/>
            <ac:spMk id="98" creationId="{383BD95A-0A82-EDC0-DE8F-DCA4A8BAB83E}"/>
          </ac:spMkLst>
        </pc:spChg>
        <pc:spChg chg="del">
          <ac:chgData name="hiromi ichikura" userId="sVnQKTKxsUv9D1Ca1yrTwa8SHlrPpxzrg7NR9E8U7XE=" providerId="None" clId="Web-{A72822FF-690F-4B03-92A0-2B41DC79C0CA}" dt="2025-03-13T23:10:50.533" v="216"/>
          <ac:spMkLst>
            <pc:docMk/>
            <pc:sldMk cId="1156776606" sldId="271"/>
            <ac:spMk id="99" creationId="{2B194FA8-CDF4-9A0A-D5EF-4EEC2775F722}"/>
          </ac:spMkLst>
        </pc:spChg>
        <pc:spChg chg="del">
          <ac:chgData name="hiromi ichikura" userId="sVnQKTKxsUv9D1Ca1yrTwa8SHlrPpxzrg7NR9E8U7XE=" providerId="None" clId="Web-{A72822FF-690F-4B03-92A0-2B41DC79C0CA}" dt="2025-03-13T23:11:17.487" v="233"/>
          <ac:spMkLst>
            <pc:docMk/>
            <pc:sldMk cId="1156776606" sldId="271"/>
            <ac:spMk id="102" creationId="{3D999B5A-A2D3-3164-60F8-DAFA2FCE94F9}"/>
          </ac:spMkLst>
        </pc:spChg>
        <pc:spChg chg="del">
          <ac:chgData name="hiromi ichikura" userId="sVnQKTKxsUv9D1Ca1yrTwa8SHlrPpxzrg7NR9E8U7XE=" providerId="None" clId="Web-{A72822FF-690F-4B03-92A0-2B41DC79C0CA}" dt="2025-03-13T23:10:38.673" v="209"/>
          <ac:spMkLst>
            <pc:docMk/>
            <pc:sldMk cId="1156776606" sldId="271"/>
            <ac:spMk id="104" creationId="{2E86C011-1AD3-35CC-D3FC-7B1F964858AD}"/>
          </ac:spMkLst>
        </pc:spChg>
        <pc:spChg chg="del">
          <ac:chgData name="hiromi ichikura" userId="sVnQKTKxsUv9D1Ca1yrTwa8SHlrPpxzrg7NR9E8U7XE=" providerId="None" clId="Web-{A72822FF-690F-4B03-92A0-2B41DC79C0CA}" dt="2025-03-13T23:10:38.673" v="208"/>
          <ac:spMkLst>
            <pc:docMk/>
            <pc:sldMk cId="1156776606" sldId="271"/>
            <ac:spMk id="105" creationId="{2E4F9EB1-0387-B7F7-66D8-40DEBAF276B5}"/>
          </ac:spMkLst>
        </pc:spChg>
        <pc:spChg chg="del">
          <ac:chgData name="hiromi ichikura" userId="sVnQKTKxsUv9D1Ca1yrTwa8SHlrPpxzrg7NR9E8U7XE=" providerId="None" clId="Web-{A72822FF-690F-4B03-92A0-2B41DC79C0CA}" dt="2025-03-13T23:11:20.034" v="235"/>
          <ac:spMkLst>
            <pc:docMk/>
            <pc:sldMk cId="1156776606" sldId="271"/>
            <ac:spMk id="114" creationId="{B103B20D-6B3C-2BAB-23BC-DD80FDA3996B}"/>
          </ac:spMkLst>
        </pc:spChg>
        <pc:spChg chg="del">
          <ac:chgData name="hiromi ichikura" userId="sVnQKTKxsUv9D1Ca1yrTwa8SHlrPpxzrg7NR9E8U7XE=" providerId="None" clId="Web-{A72822FF-690F-4B03-92A0-2B41DC79C0CA}" dt="2025-03-13T23:10:38.673" v="207"/>
          <ac:spMkLst>
            <pc:docMk/>
            <pc:sldMk cId="1156776606" sldId="271"/>
            <ac:spMk id="115" creationId="{9DFE54A3-0C55-EA2A-6500-8C61CAEF1E95}"/>
          </ac:spMkLst>
        </pc:spChg>
        <pc:spChg chg="del">
          <ac:chgData name="hiromi ichikura" userId="sVnQKTKxsUv9D1Ca1yrTwa8SHlrPpxzrg7NR9E8U7XE=" providerId="None" clId="Web-{A72822FF-690F-4B03-92A0-2B41DC79C0CA}" dt="2025-03-13T23:10:38.673" v="206"/>
          <ac:spMkLst>
            <pc:docMk/>
            <pc:sldMk cId="1156776606" sldId="271"/>
            <ac:spMk id="116" creationId="{668C96B5-C015-30B2-AEC1-B5D2465603C2}"/>
          </ac:spMkLst>
        </pc:spChg>
        <pc:spChg chg="del">
          <ac:chgData name="hiromi ichikura" userId="sVnQKTKxsUv9D1Ca1yrTwa8SHlrPpxzrg7NR9E8U7XE=" providerId="None" clId="Web-{A72822FF-690F-4B03-92A0-2B41DC79C0CA}" dt="2025-03-13T23:10:56.377" v="218"/>
          <ac:spMkLst>
            <pc:docMk/>
            <pc:sldMk cId="1156776606" sldId="271"/>
            <ac:spMk id="132" creationId="{34FB40FD-B83E-1CF0-A5AB-96FBADF645BB}"/>
          </ac:spMkLst>
        </pc:spChg>
        <pc:spChg chg="del mod">
          <ac:chgData name="hiromi ichikura" userId="sVnQKTKxsUv9D1Ca1yrTwa8SHlrPpxzrg7NR9E8U7XE=" providerId="None" clId="Web-{A72822FF-690F-4B03-92A0-2B41DC79C0CA}" dt="2025-03-13T23:11:05.080" v="225"/>
          <ac:spMkLst>
            <pc:docMk/>
            <pc:sldMk cId="1156776606" sldId="271"/>
            <ac:spMk id="135" creationId="{3542BA42-667E-C8A3-1716-DF75F3CEFFB9}"/>
          </ac:spMkLst>
        </pc:spChg>
        <pc:spChg chg="del">
          <ac:chgData name="hiromi ichikura" userId="sVnQKTKxsUv9D1Ca1yrTwa8SHlrPpxzrg7NR9E8U7XE=" providerId="None" clId="Web-{A72822FF-690F-4B03-92A0-2B41DC79C0CA}" dt="2025-03-13T23:11:00.080" v="223"/>
          <ac:spMkLst>
            <pc:docMk/>
            <pc:sldMk cId="1156776606" sldId="271"/>
            <ac:spMk id="136" creationId="{9FEE50C5-C281-ABE8-7750-60274B59FE4E}"/>
          </ac:spMkLst>
        </pc:spChg>
        <pc:spChg chg="del">
          <ac:chgData name="hiromi ichikura" userId="sVnQKTKxsUv9D1Ca1yrTwa8SHlrPpxzrg7NR9E8U7XE=" providerId="None" clId="Web-{A72822FF-690F-4B03-92A0-2B41DC79C0CA}" dt="2025-03-13T23:11:06.362" v="226"/>
          <ac:spMkLst>
            <pc:docMk/>
            <pc:sldMk cId="1156776606" sldId="271"/>
            <ac:spMk id="137" creationId="{ECC7B464-4B9A-7632-EE95-0C78888B58AB}"/>
          </ac:spMkLst>
        </pc:spChg>
        <pc:picChg chg="add del mod">
          <ac:chgData name="hiromi ichikura" userId="sVnQKTKxsUv9D1Ca1yrTwa8SHlrPpxzrg7NR9E8U7XE=" providerId="None" clId="Web-{A72822FF-690F-4B03-92A0-2B41DC79C0CA}" dt="2025-03-13T23:14:38.102" v="294"/>
          <ac:picMkLst>
            <pc:docMk/>
            <pc:sldMk cId="1156776606" sldId="271"/>
            <ac:picMk id="6" creationId="{D51627C0-3388-1679-C737-9B6D8580C5CD}"/>
          </ac:picMkLst>
        </pc:picChg>
        <pc:picChg chg="add mod">
          <ac:chgData name="hiromi ichikura" userId="sVnQKTKxsUv9D1Ca1yrTwa8SHlrPpxzrg7NR9E8U7XE=" providerId="None" clId="Web-{A72822FF-690F-4B03-92A0-2B41DC79C0CA}" dt="2025-03-13T23:15:29.384" v="317" actId="1076"/>
          <ac:picMkLst>
            <pc:docMk/>
            <pc:sldMk cId="1156776606" sldId="271"/>
            <ac:picMk id="26" creationId="{6E6AD591-FDD6-0D13-34C4-D883A7DE316A}"/>
          </ac:picMkLst>
        </pc:picChg>
        <pc:picChg chg="add mod">
          <ac:chgData name="hiromi ichikura" userId="sVnQKTKxsUv9D1Ca1yrTwa8SHlrPpxzrg7NR9E8U7XE=" providerId="None" clId="Web-{A72822FF-690F-4B03-92A0-2B41DC79C0CA}" dt="2025-03-13T23:16:20.355" v="336" actId="1076"/>
          <ac:picMkLst>
            <pc:docMk/>
            <pc:sldMk cId="1156776606" sldId="271"/>
            <ac:picMk id="39" creationId="{0378A494-EF4D-0483-6072-1C4914A70479}"/>
          </ac:picMkLst>
        </pc:picChg>
        <pc:picChg chg="add del">
          <ac:chgData name="hiromi ichikura" userId="sVnQKTKxsUv9D1Ca1yrTwa8SHlrPpxzrg7NR9E8U7XE=" providerId="None" clId="Web-{A72822FF-690F-4B03-92A0-2B41DC79C0CA}" dt="2025-03-13T23:15:56.807" v="322"/>
          <ac:picMkLst>
            <pc:docMk/>
            <pc:sldMk cId="1156776606" sldId="271"/>
            <ac:picMk id="44" creationId="{00E7E3C0-C294-A7DD-9A8C-42E06B6BF1AF}"/>
          </ac:picMkLst>
        </pc:picChg>
      </pc:sldChg>
      <pc:sldChg chg="addSp delSp modSp">
        <pc:chgData name="hiromi ichikura" userId="sVnQKTKxsUv9D1Ca1yrTwa8SHlrPpxzrg7NR9E8U7XE=" providerId="None" clId="Web-{A72822FF-690F-4B03-92A0-2B41DC79C0CA}" dt="2025-03-13T23:10:30.783" v="203" actId="1076"/>
        <pc:sldMkLst>
          <pc:docMk/>
          <pc:sldMk cId="611868077" sldId="272"/>
        </pc:sldMkLst>
        <pc:spChg chg="del">
          <ac:chgData name="hiromi ichikura" userId="sVnQKTKxsUv9D1Ca1yrTwa8SHlrPpxzrg7NR9E8U7XE=" providerId="None" clId="Web-{A72822FF-690F-4B03-92A0-2B41DC79C0CA}" dt="2025-03-13T23:08:22.028" v="136"/>
          <ac:spMkLst>
            <pc:docMk/>
            <pc:sldMk cId="611868077" sldId="272"/>
            <ac:spMk id="3" creationId="{E904BC6F-BC5D-B52A-8AD7-714D70D4BCD4}"/>
          </ac:spMkLst>
        </pc:spChg>
        <pc:spChg chg="del">
          <ac:chgData name="hiromi ichikura" userId="sVnQKTKxsUv9D1Ca1yrTwa8SHlrPpxzrg7NR9E8U7XE=" providerId="None" clId="Web-{A72822FF-690F-4B03-92A0-2B41DC79C0CA}" dt="2025-03-13T23:07:09.151" v="90"/>
          <ac:spMkLst>
            <pc:docMk/>
            <pc:sldMk cId="611868077" sldId="272"/>
            <ac:spMk id="4" creationId="{46D0332A-3741-30D7-FC3E-32D9748AB056}"/>
          </ac:spMkLst>
        </pc:spChg>
        <pc:spChg chg="del">
          <ac:chgData name="hiromi ichikura" userId="sVnQKTKxsUv9D1Ca1yrTwa8SHlrPpxzrg7NR9E8U7XE=" providerId="None" clId="Web-{A72822FF-690F-4B03-92A0-2B41DC79C0CA}" dt="2025-03-13T23:08:05.512" v="125"/>
          <ac:spMkLst>
            <pc:docMk/>
            <pc:sldMk cId="611868077" sldId="272"/>
            <ac:spMk id="12" creationId="{1C5F38A2-377E-13D2-C590-945B36E939DA}"/>
          </ac:spMkLst>
        </pc:spChg>
        <pc:spChg chg="del">
          <ac:chgData name="hiromi ichikura" userId="sVnQKTKxsUv9D1Ca1yrTwa8SHlrPpxzrg7NR9E8U7XE=" providerId="None" clId="Web-{A72822FF-690F-4B03-92A0-2B41DC79C0CA}" dt="2025-03-13T23:08:03.855" v="123"/>
          <ac:spMkLst>
            <pc:docMk/>
            <pc:sldMk cId="611868077" sldId="272"/>
            <ac:spMk id="13" creationId="{6836C801-673F-2DE2-87A6-BA2C03DF6D7C}"/>
          </ac:spMkLst>
        </pc:spChg>
        <pc:spChg chg="del">
          <ac:chgData name="hiromi ichikura" userId="sVnQKTKxsUv9D1Ca1yrTwa8SHlrPpxzrg7NR9E8U7XE=" providerId="None" clId="Web-{A72822FF-690F-4B03-92A0-2B41DC79C0CA}" dt="2025-03-13T23:08:15.699" v="132"/>
          <ac:spMkLst>
            <pc:docMk/>
            <pc:sldMk cId="611868077" sldId="272"/>
            <ac:spMk id="18" creationId="{E244CD9D-3D04-2D9C-D4EB-E3E92A1F4BD2}"/>
          </ac:spMkLst>
        </pc:spChg>
        <pc:spChg chg="del">
          <ac:chgData name="hiromi ichikura" userId="sVnQKTKxsUv9D1Ca1yrTwa8SHlrPpxzrg7NR9E8U7XE=" providerId="None" clId="Web-{A72822FF-690F-4B03-92A0-2B41DC79C0CA}" dt="2025-03-13T23:07:59.559" v="119"/>
          <ac:spMkLst>
            <pc:docMk/>
            <pc:sldMk cId="611868077" sldId="272"/>
            <ac:spMk id="19" creationId="{101DCE30-29F0-95ED-3ACD-6D1F7E269899}"/>
          </ac:spMkLst>
        </pc:spChg>
        <pc:spChg chg="del">
          <ac:chgData name="hiromi ichikura" userId="sVnQKTKxsUv9D1Ca1yrTwa8SHlrPpxzrg7NR9E8U7XE=" providerId="None" clId="Web-{A72822FF-690F-4B03-92A0-2B41DC79C0CA}" dt="2025-03-13T23:07:58.168" v="118"/>
          <ac:spMkLst>
            <pc:docMk/>
            <pc:sldMk cId="611868077" sldId="272"/>
            <ac:spMk id="20" creationId="{DF776D25-8BBB-09D9-8504-F6B30CB253BF}"/>
          </ac:spMkLst>
        </pc:spChg>
        <pc:spChg chg="del">
          <ac:chgData name="hiromi ichikura" userId="sVnQKTKxsUv9D1Ca1yrTwa8SHlrPpxzrg7NR9E8U7XE=" providerId="None" clId="Web-{A72822FF-690F-4B03-92A0-2B41DC79C0CA}" dt="2025-03-13T23:08:11.168" v="130"/>
          <ac:spMkLst>
            <pc:docMk/>
            <pc:sldMk cId="611868077" sldId="272"/>
            <ac:spMk id="21" creationId="{01869A8F-E5DA-8261-5361-2F3DD4DAD8BD}"/>
          </ac:spMkLst>
        </pc:spChg>
        <pc:spChg chg="del">
          <ac:chgData name="hiromi ichikura" userId="sVnQKTKxsUv9D1Ca1yrTwa8SHlrPpxzrg7NR9E8U7XE=" providerId="None" clId="Web-{A72822FF-690F-4B03-92A0-2B41DC79C0CA}" dt="2025-03-13T23:08:14.246" v="131"/>
          <ac:spMkLst>
            <pc:docMk/>
            <pc:sldMk cId="611868077" sldId="272"/>
            <ac:spMk id="22" creationId="{63CAFE61-513C-7217-EA99-9A3A3851BC9A}"/>
          </ac:spMkLst>
        </pc:spChg>
        <pc:spChg chg="add mod">
          <ac:chgData name="hiromi ichikura" userId="sVnQKTKxsUv9D1Ca1yrTwa8SHlrPpxzrg7NR9E8U7XE=" providerId="None" clId="Web-{A72822FF-690F-4B03-92A0-2B41DC79C0CA}" dt="2025-03-13T23:10:27.486" v="201" actId="20577"/>
          <ac:spMkLst>
            <pc:docMk/>
            <pc:sldMk cId="611868077" sldId="272"/>
            <ac:spMk id="27" creationId="{EB62AE05-30EB-5BCD-A1E6-51FEF639D9E5}"/>
          </ac:spMkLst>
        </pc:spChg>
        <pc:spChg chg="del">
          <ac:chgData name="hiromi ichikura" userId="sVnQKTKxsUv9D1Ca1yrTwa8SHlrPpxzrg7NR9E8U7XE=" providerId="None" clId="Web-{A72822FF-690F-4B03-92A0-2B41DC79C0CA}" dt="2025-03-13T23:08:06.230" v="126"/>
          <ac:spMkLst>
            <pc:docMk/>
            <pc:sldMk cId="611868077" sldId="272"/>
            <ac:spMk id="32" creationId="{3F5A302B-A559-5A84-7845-4B5621C145DA}"/>
          </ac:spMkLst>
        </pc:spChg>
        <pc:spChg chg="del">
          <ac:chgData name="hiromi ichikura" userId="sVnQKTKxsUv9D1Ca1yrTwa8SHlrPpxzrg7NR9E8U7XE=" providerId="None" clId="Web-{A72822FF-690F-4B03-92A0-2B41DC79C0CA}" dt="2025-03-13T23:07:09.151" v="92"/>
          <ac:spMkLst>
            <pc:docMk/>
            <pc:sldMk cId="611868077" sldId="272"/>
            <ac:spMk id="49" creationId="{776704A1-0C54-4B7B-8436-B1DDBF1C83D1}"/>
          </ac:spMkLst>
        </pc:spChg>
        <pc:spChg chg="del">
          <ac:chgData name="hiromi ichikura" userId="sVnQKTKxsUv9D1Ca1yrTwa8SHlrPpxzrg7NR9E8U7XE=" providerId="None" clId="Web-{A72822FF-690F-4B03-92A0-2B41DC79C0CA}" dt="2025-03-13T23:07:09.151" v="91"/>
          <ac:spMkLst>
            <pc:docMk/>
            <pc:sldMk cId="611868077" sldId="272"/>
            <ac:spMk id="50" creationId="{29CD031D-D65C-47B5-8E06-45E99E9B2B32}"/>
          </ac:spMkLst>
        </pc:spChg>
        <pc:spChg chg="del">
          <ac:chgData name="hiromi ichikura" userId="sVnQKTKxsUv9D1Ca1yrTwa8SHlrPpxzrg7NR9E8U7XE=" providerId="None" clId="Web-{A72822FF-690F-4B03-92A0-2B41DC79C0CA}" dt="2025-03-13T23:08:17.278" v="133"/>
          <ac:spMkLst>
            <pc:docMk/>
            <pc:sldMk cId="611868077" sldId="272"/>
            <ac:spMk id="84" creationId="{A6E9AD39-96D6-8C37-B281-8C218895006A}"/>
          </ac:spMkLst>
        </pc:spChg>
        <pc:spChg chg="del">
          <ac:chgData name="hiromi ichikura" userId="sVnQKTKxsUv9D1Ca1yrTwa8SHlrPpxzrg7NR9E8U7XE=" providerId="None" clId="Web-{A72822FF-690F-4B03-92A0-2B41DC79C0CA}" dt="2025-03-13T23:08:18.653" v="134"/>
          <ac:spMkLst>
            <pc:docMk/>
            <pc:sldMk cId="611868077" sldId="272"/>
            <ac:spMk id="86" creationId="{6CAC8209-9E8A-CA8A-5920-56070DCFABE9}"/>
          </ac:spMkLst>
        </pc:spChg>
        <pc:spChg chg="del">
          <ac:chgData name="hiromi ichikura" userId="sVnQKTKxsUv9D1Ca1yrTwa8SHlrPpxzrg7NR9E8U7XE=" providerId="None" clId="Web-{A72822FF-690F-4B03-92A0-2B41DC79C0CA}" dt="2025-03-13T23:08:26.215" v="138"/>
          <ac:spMkLst>
            <pc:docMk/>
            <pc:sldMk cId="611868077" sldId="272"/>
            <ac:spMk id="90" creationId="{15C8CB8E-1042-54E3-9463-2A4E44924C43}"/>
          </ac:spMkLst>
        </pc:spChg>
        <pc:spChg chg="del">
          <ac:chgData name="hiromi ichikura" userId="sVnQKTKxsUv9D1Ca1yrTwa8SHlrPpxzrg7NR9E8U7XE=" providerId="None" clId="Web-{A72822FF-690F-4B03-92A0-2B41DC79C0CA}" dt="2025-03-13T23:08:31.623" v="142"/>
          <ac:spMkLst>
            <pc:docMk/>
            <pc:sldMk cId="611868077" sldId="272"/>
            <ac:spMk id="94" creationId="{7496023E-16FC-B86E-CCB3-E22597E5EBB0}"/>
          </ac:spMkLst>
        </pc:spChg>
        <pc:spChg chg="del">
          <ac:chgData name="hiromi ichikura" userId="sVnQKTKxsUv9D1Ca1yrTwa8SHlrPpxzrg7NR9E8U7XE=" providerId="None" clId="Web-{A72822FF-690F-4B03-92A0-2B41DC79C0CA}" dt="2025-03-13T23:07:09.151" v="89"/>
          <ac:spMkLst>
            <pc:docMk/>
            <pc:sldMk cId="611868077" sldId="272"/>
            <ac:spMk id="98" creationId="{01071917-A7FD-3F51-B5EE-C5E0901CE884}"/>
          </ac:spMkLst>
        </pc:spChg>
        <pc:spChg chg="del mod">
          <ac:chgData name="hiromi ichikura" userId="sVnQKTKxsUv9D1Ca1yrTwa8SHlrPpxzrg7NR9E8U7XE=" providerId="None" clId="Web-{A72822FF-690F-4B03-92A0-2B41DC79C0CA}" dt="2025-03-13T23:08:29.966" v="141"/>
          <ac:spMkLst>
            <pc:docMk/>
            <pc:sldMk cId="611868077" sldId="272"/>
            <ac:spMk id="99" creationId="{E564B9C0-09B0-BF5C-09D6-9F786E804D2D}"/>
          </ac:spMkLst>
        </pc:spChg>
        <pc:spChg chg="del">
          <ac:chgData name="hiromi ichikura" userId="sVnQKTKxsUv9D1Ca1yrTwa8SHlrPpxzrg7NR9E8U7XE=" providerId="None" clId="Web-{A72822FF-690F-4B03-92A0-2B41DC79C0CA}" dt="2025-03-13T23:08:20.575" v="135"/>
          <ac:spMkLst>
            <pc:docMk/>
            <pc:sldMk cId="611868077" sldId="272"/>
            <ac:spMk id="102" creationId="{B598AC43-71F0-51F9-BC61-214DC5D019FA}"/>
          </ac:spMkLst>
        </pc:spChg>
        <pc:spChg chg="del">
          <ac:chgData name="hiromi ichikura" userId="sVnQKTKxsUv9D1Ca1yrTwa8SHlrPpxzrg7NR9E8U7XE=" providerId="None" clId="Web-{A72822FF-690F-4B03-92A0-2B41DC79C0CA}" dt="2025-03-13T23:07:09.151" v="88"/>
          <ac:spMkLst>
            <pc:docMk/>
            <pc:sldMk cId="611868077" sldId="272"/>
            <ac:spMk id="104" creationId="{365A24EB-F7F5-DECE-316A-DE1AEC1BC7D5}"/>
          </ac:spMkLst>
        </pc:spChg>
        <pc:spChg chg="del">
          <ac:chgData name="hiromi ichikura" userId="sVnQKTKxsUv9D1Ca1yrTwa8SHlrPpxzrg7NR9E8U7XE=" providerId="None" clId="Web-{A72822FF-690F-4B03-92A0-2B41DC79C0CA}" dt="2025-03-13T23:07:09.151" v="87"/>
          <ac:spMkLst>
            <pc:docMk/>
            <pc:sldMk cId="611868077" sldId="272"/>
            <ac:spMk id="105" creationId="{2547D39A-F70B-7679-0030-31A39992B27D}"/>
          </ac:spMkLst>
        </pc:spChg>
        <pc:spChg chg="del">
          <ac:chgData name="hiromi ichikura" userId="sVnQKTKxsUv9D1Ca1yrTwa8SHlrPpxzrg7NR9E8U7XE=" providerId="None" clId="Web-{A72822FF-690F-4B03-92A0-2B41DC79C0CA}" dt="2025-03-13T23:08:24.512" v="137"/>
          <ac:spMkLst>
            <pc:docMk/>
            <pc:sldMk cId="611868077" sldId="272"/>
            <ac:spMk id="114" creationId="{78481825-9A8A-5299-EAEE-7C28B2A1D435}"/>
          </ac:spMkLst>
        </pc:spChg>
        <pc:spChg chg="del">
          <ac:chgData name="hiromi ichikura" userId="sVnQKTKxsUv9D1Ca1yrTwa8SHlrPpxzrg7NR9E8U7XE=" providerId="None" clId="Web-{A72822FF-690F-4B03-92A0-2B41DC79C0CA}" dt="2025-03-13T23:07:09.151" v="86"/>
          <ac:spMkLst>
            <pc:docMk/>
            <pc:sldMk cId="611868077" sldId="272"/>
            <ac:spMk id="115" creationId="{35086FDE-8913-1696-5005-8B278ABBC7EC}"/>
          </ac:spMkLst>
        </pc:spChg>
        <pc:spChg chg="del">
          <ac:chgData name="hiromi ichikura" userId="sVnQKTKxsUv9D1Ca1yrTwa8SHlrPpxzrg7NR9E8U7XE=" providerId="None" clId="Web-{A72822FF-690F-4B03-92A0-2B41DC79C0CA}" dt="2025-03-13T23:07:09.151" v="85"/>
          <ac:spMkLst>
            <pc:docMk/>
            <pc:sldMk cId="611868077" sldId="272"/>
            <ac:spMk id="116" creationId="{B10E4F20-B713-1DB8-F5C7-94ABE07E87DE}"/>
          </ac:spMkLst>
        </pc:spChg>
        <pc:spChg chg="del">
          <ac:chgData name="hiromi ichikura" userId="sVnQKTKxsUv9D1Ca1yrTwa8SHlrPpxzrg7NR9E8U7XE=" providerId="None" clId="Web-{A72822FF-690F-4B03-92A0-2B41DC79C0CA}" dt="2025-03-13T23:08:04.621" v="124"/>
          <ac:spMkLst>
            <pc:docMk/>
            <pc:sldMk cId="611868077" sldId="272"/>
            <ac:spMk id="132" creationId="{5AF9355A-C7D7-831A-5ACC-F9DB74D8D80B}"/>
          </ac:spMkLst>
        </pc:spChg>
        <pc:spChg chg="del">
          <ac:chgData name="hiromi ichikura" userId="sVnQKTKxsUv9D1Ca1yrTwa8SHlrPpxzrg7NR9E8U7XE=" providerId="None" clId="Web-{A72822FF-690F-4B03-92A0-2B41DC79C0CA}" dt="2025-03-13T23:08:08.981" v="128"/>
          <ac:spMkLst>
            <pc:docMk/>
            <pc:sldMk cId="611868077" sldId="272"/>
            <ac:spMk id="133" creationId="{26BA08D3-A8DE-D0C4-B2F9-AB10B01389C6}"/>
          </ac:spMkLst>
        </pc:spChg>
        <pc:spChg chg="del mod">
          <ac:chgData name="hiromi ichikura" userId="sVnQKTKxsUv9D1Ca1yrTwa8SHlrPpxzrg7NR9E8U7XE=" providerId="None" clId="Web-{A72822FF-690F-4B03-92A0-2B41DC79C0CA}" dt="2025-03-13T23:08:01.168" v="122"/>
          <ac:spMkLst>
            <pc:docMk/>
            <pc:sldMk cId="611868077" sldId="272"/>
            <ac:spMk id="135" creationId="{DD02DF62-8AD2-A46A-AB48-5AA99440B0B5}"/>
          </ac:spMkLst>
        </pc:spChg>
        <pc:spChg chg="del">
          <ac:chgData name="hiromi ichikura" userId="sVnQKTKxsUv9D1Ca1yrTwa8SHlrPpxzrg7NR9E8U7XE=" providerId="None" clId="Web-{A72822FF-690F-4B03-92A0-2B41DC79C0CA}" dt="2025-03-13T23:08:07.418" v="127"/>
          <ac:spMkLst>
            <pc:docMk/>
            <pc:sldMk cId="611868077" sldId="272"/>
            <ac:spMk id="136" creationId="{9F96D00F-390C-1961-75B7-8DA246C4A581}"/>
          </ac:spMkLst>
        </pc:spChg>
        <pc:spChg chg="del">
          <ac:chgData name="hiromi ichikura" userId="sVnQKTKxsUv9D1Ca1yrTwa8SHlrPpxzrg7NR9E8U7XE=" providerId="None" clId="Web-{A72822FF-690F-4B03-92A0-2B41DC79C0CA}" dt="2025-03-13T23:08:10.074" v="129"/>
          <ac:spMkLst>
            <pc:docMk/>
            <pc:sldMk cId="611868077" sldId="272"/>
            <ac:spMk id="137" creationId="{9083E0C1-048D-63AB-FABF-609FACC5F282}"/>
          </ac:spMkLst>
        </pc:spChg>
        <pc:picChg chg="add mod">
          <ac:chgData name="hiromi ichikura" userId="sVnQKTKxsUv9D1Ca1yrTwa8SHlrPpxzrg7NR9E8U7XE=" providerId="None" clId="Web-{A72822FF-690F-4B03-92A0-2B41DC79C0CA}" dt="2025-03-13T23:10:30.736" v="202" actId="1076"/>
          <ac:picMkLst>
            <pc:docMk/>
            <pc:sldMk cId="611868077" sldId="272"/>
            <ac:picMk id="30" creationId="{EFFB5209-13EB-2CB2-EC77-3C488918606F}"/>
          </ac:picMkLst>
        </pc:picChg>
        <pc:picChg chg="add mod">
          <ac:chgData name="hiromi ichikura" userId="sVnQKTKxsUv9D1Ca1yrTwa8SHlrPpxzrg7NR9E8U7XE=" providerId="None" clId="Web-{A72822FF-690F-4B03-92A0-2B41DC79C0CA}" dt="2025-03-13T23:10:30.783" v="203" actId="1076"/>
          <ac:picMkLst>
            <pc:docMk/>
            <pc:sldMk cId="611868077" sldId="272"/>
            <ac:picMk id="41" creationId="{0F7F812D-AC07-DF99-5D60-18AB3B732FA9}"/>
          </ac:picMkLst>
        </pc:picChg>
      </pc:sldChg>
    </pc:docChg>
  </pc:docChgLst>
  <pc:docChgLst>
    <pc:chgData name="hiromi ichikura" userId="sVnQKTKxsUv9D1Ca1yrTwa8SHlrPpxzrg7NR9E8U7XE=" providerId="None" clId="Web-{670D0569-953B-4DE8-9DB5-B415E31C5227}"/>
    <pc:docChg chg="modSld">
      <pc:chgData name="hiromi ichikura" userId="sVnQKTKxsUv9D1Ca1yrTwa8SHlrPpxzrg7NR9E8U7XE=" providerId="None" clId="Web-{670D0569-953B-4DE8-9DB5-B415E31C5227}" dt="2025-03-13T05:30:14.653" v="27"/>
      <pc:docMkLst>
        <pc:docMk/>
      </pc:docMkLst>
      <pc:sldChg chg="modSp">
        <pc:chgData name="hiromi ichikura" userId="sVnQKTKxsUv9D1Ca1yrTwa8SHlrPpxzrg7NR9E8U7XE=" providerId="None" clId="Web-{670D0569-953B-4DE8-9DB5-B415E31C5227}" dt="2025-03-13T05:30:14.653" v="27"/>
        <pc:sldMkLst>
          <pc:docMk/>
          <pc:sldMk cId="1156776606" sldId="271"/>
        </pc:sldMkLst>
        <pc:spChg chg="mod">
          <ac:chgData name="hiromi ichikura" userId="sVnQKTKxsUv9D1Ca1yrTwa8SHlrPpxzrg7NR9E8U7XE=" providerId="None" clId="Web-{670D0569-953B-4DE8-9DB5-B415E31C5227}" dt="2025-03-13T05:30:03.981" v="10"/>
          <ac:spMkLst>
            <pc:docMk/>
            <pc:sldMk cId="1156776606" sldId="271"/>
            <ac:spMk id="152" creationId="{9DFBB2A0-CEE2-955A-30C0-039D0D20761A}"/>
          </ac:spMkLst>
        </pc:spChg>
        <pc:spChg chg="mod">
          <ac:chgData name="hiromi ichikura" userId="sVnQKTKxsUv9D1Ca1yrTwa8SHlrPpxzrg7NR9E8U7XE=" providerId="None" clId="Web-{670D0569-953B-4DE8-9DB5-B415E31C5227}" dt="2025-03-13T05:30:03.981" v="11"/>
          <ac:spMkLst>
            <pc:docMk/>
            <pc:sldMk cId="1156776606" sldId="271"/>
            <ac:spMk id="153" creationId="{46E7049B-8B3E-C1ED-54D7-9DD0121B7B6E}"/>
          </ac:spMkLst>
        </pc:spChg>
        <pc:spChg chg="mod">
          <ac:chgData name="hiromi ichikura" userId="sVnQKTKxsUv9D1Ca1yrTwa8SHlrPpxzrg7NR9E8U7XE=" providerId="None" clId="Web-{670D0569-953B-4DE8-9DB5-B415E31C5227}" dt="2025-03-13T05:30:03.981" v="12"/>
          <ac:spMkLst>
            <pc:docMk/>
            <pc:sldMk cId="1156776606" sldId="271"/>
            <ac:spMk id="154" creationId="{AA394CAD-E964-2B0C-150C-E7E64176158B}"/>
          </ac:spMkLst>
        </pc:spChg>
        <pc:spChg chg="mod">
          <ac:chgData name="hiromi ichikura" userId="sVnQKTKxsUv9D1Ca1yrTwa8SHlrPpxzrg7NR9E8U7XE=" providerId="None" clId="Web-{670D0569-953B-4DE8-9DB5-B415E31C5227}" dt="2025-03-13T05:30:03.981" v="13"/>
          <ac:spMkLst>
            <pc:docMk/>
            <pc:sldMk cId="1156776606" sldId="271"/>
            <ac:spMk id="155" creationId="{2629F62F-85A4-F2E6-8C2E-1956740EF297}"/>
          </ac:spMkLst>
        </pc:spChg>
        <pc:spChg chg="mod">
          <ac:chgData name="hiromi ichikura" userId="sVnQKTKxsUv9D1Ca1yrTwa8SHlrPpxzrg7NR9E8U7XE=" providerId="None" clId="Web-{670D0569-953B-4DE8-9DB5-B415E31C5227}" dt="2025-03-13T05:30:03.981" v="14"/>
          <ac:spMkLst>
            <pc:docMk/>
            <pc:sldMk cId="1156776606" sldId="271"/>
            <ac:spMk id="156" creationId="{4EF7BB4C-29BC-559C-8C01-5AE1281EBA52}"/>
          </ac:spMkLst>
        </pc:spChg>
        <pc:spChg chg="mod">
          <ac:chgData name="hiromi ichikura" userId="sVnQKTKxsUv9D1Ca1yrTwa8SHlrPpxzrg7NR9E8U7XE=" providerId="None" clId="Web-{670D0569-953B-4DE8-9DB5-B415E31C5227}" dt="2025-03-13T05:30:03.981" v="15"/>
          <ac:spMkLst>
            <pc:docMk/>
            <pc:sldMk cId="1156776606" sldId="271"/>
            <ac:spMk id="157" creationId="{6BFBDAFD-6684-7487-9016-D754E347E135}"/>
          </ac:spMkLst>
        </pc:spChg>
        <pc:spChg chg="mod">
          <ac:chgData name="hiromi ichikura" userId="sVnQKTKxsUv9D1Ca1yrTwa8SHlrPpxzrg7NR9E8U7XE=" providerId="None" clId="Web-{670D0569-953B-4DE8-9DB5-B415E31C5227}" dt="2025-03-13T05:30:03.981" v="16"/>
          <ac:spMkLst>
            <pc:docMk/>
            <pc:sldMk cId="1156776606" sldId="271"/>
            <ac:spMk id="158" creationId="{2B4F0980-F299-021E-1144-C76178096E3B}"/>
          </ac:spMkLst>
        </pc:spChg>
        <pc:spChg chg="mod">
          <ac:chgData name="hiromi ichikura" userId="sVnQKTKxsUv9D1Ca1yrTwa8SHlrPpxzrg7NR9E8U7XE=" providerId="None" clId="Web-{670D0569-953B-4DE8-9DB5-B415E31C5227}" dt="2025-03-13T05:30:03.981" v="17"/>
          <ac:spMkLst>
            <pc:docMk/>
            <pc:sldMk cId="1156776606" sldId="271"/>
            <ac:spMk id="159" creationId="{AE3E5B1E-72F9-2134-8F63-EFB36ABDE287}"/>
          </ac:spMkLst>
        </pc:spChg>
        <pc:spChg chg="mod">
          <ac:chgData name="hiromi ichikura" userId="sVnQKTKxsUv9D1Ca1yrTwa8SHlrPpxzrg7NR9E8U7XE=" providerId="None" clId="Web-{670D0569-953B-4DE8-9DB5-B415E31C5227}" dt="2025-03-13T05:30:03.981" v="18"/>
          <ac:spMkLst>
            <pc:docMk/>
            <pc:sldMk cId="1156776606" sldId="271"/>
            <ac:spMk id="160" creationId="{B4CCF17E-77FA-B15C-4FAA-2BF4C248FBDA}"/>
          </ac:spMkLst>
        </pc:spChg>
        <pc:spChg chg="mod">
          <ac:chgData name="hiromi ichikura" userId="sVnQKTKxsUv9D1Ca1yrTwa8SHlrPpxzrg7NR9E8U7XE=" providerId="None" clId="Web-{670D0569-953B-4DE8-9DB5-B415E31C5227}" dt="2025-03-13T05:30:03.981" v="19"/>
          <ac:spMkLst>
            <pc:docMk/>
            <pc:sldMk cId="1156776606" sldId="271"/>
            <ac:spMk id="161" creationId="{88672465-0126-470B-A140-FABBB4607E40}"/>
          </ac:spMkLst>
        </pc:spChg>
        <pc:spChg chg="mod">
          <ac:chgData name="hiromi ichikura" userId="sVnQKTKxsUv9D1Ca1yrTwa8SHlrPpxzrg7NR9E8U7XE=" providerId="None" clId="Web-{670D0569-953B-4DE8-9DB5-B415E31C5227}" dt="2025-03-13T05:30:03.981" v="20"/>
          <ac:spMkLst>
            <pc:docMk/>
            <pc:sldMk cId="1156776606" sldId="271"/>
            <ac:spMk id="162" creationId="{89BEDF9E-7965-A8C0-CCC7-2813DB07BC9F}"/>
          </ac:spMkLst>
        </pc:spChg>
        <pc:spChg chg="mod">
          <ac:chgData name="hiromi ichikura" userId="sVnQKTKxsUv9D1Ca1yrTwa8SHlrPpxzrg7NR9E8U7XE=" providerId="None" clId="Web-{670D0569-953B-4DE8-9DB5-B415E31C5227}" dt="2025-03-13T05:30:03.981" v="21"/>
          <ac:spMkLst>
            <pc:docMk/>
            <pc:sldMk cId="1156776606" sldId="271"/>
            <ac:spMk id="163" creationId="{4BB4755E-FAEB-87AD-24DB-DFCBD8A60226}"/>
          </ac:spMkLst>
        </pc:spChg>
        <pc:spChg chg="mod">
          <ac:chgData name="hiromi ichikura" userId="sVnQKTKxsUv9D1Ca1yrTwa8SHlrPpxzrg7NR9E8U7XE=" providerId="None" clId="Web-{670D0569-953B-4DE8-9DB5-B415E31C5227}" dt="2025-03-13T05:30:03.981" v="22"/>
          <ac:spMkLst>
            <pc:docMk/>
            <pc:sldMk cId="1156776606" sldId="271"/>
            <ac:spMk id="164" creationId="{1F0568B3-511F-A8C0-0868-D750D8EF15D0}"/>
          </ac:spMkLst>
        </pc:spChg>
        <pc:spChg chg="mod">
          <ac:chgData name="hiromi ichikura" userId="sVnQKTKxsUv9D1Ca1yrTwa8SHlrPpxzrg7NR9E8U7XE=" providerId="None" clId="Web-{670D0569-953B-4DE8-9DB5-B415E31C5227}" dt="2025-03-13T05:30:03.981" v="23"/>
          <ac:spMkLst>
            <pc:docMk/>
            <pc:sldMk cId="1156776606" sldId="271"/>
            <ac:spMk id="168" creationId="{09098B1F-F25C-DB91-3F93-31F023B8C4DD}"/>
          </ac:spMkLst>
        </pc:spChg>
        <pc:spChg chg="mod">
          <ac:chgData name="hiromi ichikura" userId="sVnQKTKxsUv9D1Ca1yrTwa8SHlrPpxzrg7NR9E8U7XE=" providerId="None" clId="Web-{670D0569-953B-4DE8-9DB5-B415E31C5227}" dt="2025-03-13T05:30:03.981" v="24"/>
          <ac:spMkLst>
            <pc:docMk/>
            <pc:sldMk cId="1156776606" sldId="271"/>
            <ac:spMk id="179" creationId="{18F8DE7A-9094-88F6-7F00-19F27101129F}"/>
          </ac:spMkLst>
        </pc:spChg>
        <pc:spChg chg="mod">
          <ac:chgData name="hiromi ichikura" userId="sVnQKTKxsUv9D1Ca1yrTwa8SHlrPpxzrg7NR9E8U7XE=" providerId="None" clId="Web-{670D0569-953B-4DE8-9DB5-B415E31C5227}" dt="2025-03-13T05:30:11.106" v="26"/>
          <ac:spMkLst>
            <pc:docMk/>
            <pc:sldMk cId="1156776606" sldId="271"/>
            <ac:spMk id="184" creationId="{0609AD81-53E4-042E-E6E8-3A96414CB1EA}"/>
          </ac:spMkLst>
        </pc:spChg>
        <pc:spChg chg="mod">
          <ac:chgData name="hiromi ichikura" userId="sVnQKTKxsUv9D1Ca1yrTwa8SHlrPpxzrg7NR9E8U7XE=" providerId="None" clId="Web-{670D0569-953B-4DE8-9DB5-B415E31C5227}" dt="2025-03-13T05:30:14.653" v="27"/>
          <ac:spMkLst>
            <pc:docMk/>
            <pc:sldMk cId="1156776606" sldId="271"/>
            <ac:spMk id="214" creationId="{F34BAED2-515C-CE0D-8782-DB62D23DD8D1}"/>
          </ac:spMkLst>
        </pc:spChg>
        <pc:spChg chg="mod">
          <ac:chgData name="hiromi ichikura" userId="sVnQKTKxsUv9D1Ca1yrTwa8SHlrPpxzrg7NR9E8U7XE=" providerId="None" clId="Web-{670D0569-953B-4DE8-9DB5-B415E31C5227}" dt="2025-03-13T05:30:04.200" v="25"/>
          <ac:spMkLst>
            <pc:docMk/>
            <pc:sldMk cId="1156776606" sldId="271"/>
            <ac:spMk id="215" creationId="{3B033E84-5A01-9474-6183-E1A4ACADB0C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0DE3C1-75C3-4C5A-B0BB-EEC717D06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17267F8-24A5-4334-90F9-E0505B803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BC79DF-B6C3-481A-9C6F-06C795F82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2025/8/30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0A8663-2D96-4106-8FBD-28AA22BF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59E768-2540-44C6-8CEF-577C51633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8858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123CA8-7495-45BF-B93A-A05F4B65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BA2D42-F312-47EB-A3C4-00137EBDF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4C9AC4-0794-4438-B9CD-35A1242A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2025/8/30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5B07DD-355E-47F8-96B3-ADF9C1937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226E7C-0835-4796-A87E-0C22EB920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870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AF52FE-37C0-451A-8E2A-7127B7E5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D1D238-BD11-4416-A2EB-3C539472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5D6376-8810-4668-A2D0-8EEB8679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2025/8/30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B38FA5-69D5-422F-AB48-50802F50E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CCEBFD-EE96-4514-849F-558BA546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8171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7C9D5F-ED70-4E77-80B7-B4A424C7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2E7644-21E6-4A7D-98B2-75E4D2588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60EB96-2144-4749-AF80-55FE6847C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89BA4E-A7F3-4E5A-A4C0-2D88C905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2025/8/30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9CD861-B055-4B5B-B208-FFB6D266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EE8B94-0131-4796-A898-8323940CB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600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767C7D-01F2-403D-BC52-2585EC59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1C0D7A-80E3-477C-9880-49C6077B8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AAF9B1-32A4-4166-BBF3-94430E183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5F97AE9-DAEE-4ECB-AEFD-4D5CA581B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19752DB-2F06-44E2-9293-A3CE2E965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43871DF-1A75-4409-8E07-95165C14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2025/8/30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2F4D370-8FD2-48AB-A14D-41B8B27F1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0BFC9D-A76C-494A-8B98-738A5D2A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865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CEB74F-3D07-4484-88A7-C7D0894B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C604C6D-FA68-4589-A51E-9D386C48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2025/8/30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94ACD7D-2CBB-4362-810A-4B88CC95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442095-2747-42E5-92AD-2DCB33317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1711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F0ECC6B-D9A5-4104-B251-D36EA8FD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2025/8/30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1C2B36A-A161-45CF-A84C-DD8D507FD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53E5EB-731B-4D00-9B2D-CDBAB345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EDA6169-F0D8-470D-A151-148DB90389D3}"/>
              </a:ext>
            </a:extLst>
          </p:cNvPr>
          <p:cNvGrpSpPr/>
          <p:nvPr userDrawn="1"/>
        </p:nvGrpSpPr>
        <p:grpSpPr>
          <a:xfrm>
            <a:off x="2511156" y="565775"/>
            <a:ext cx="7169687" cy="5726450"/>
            <a:chOff x="3175" y="0"/>
            <a:chExt cx="7137684" cy="5502332"/>
          </a:xfrm>
        </p:grpSpPr>
        <p:grpSp>
          <p:nvGrpSpPr>
            <p:cNvPr id="6" name="図形グループ 130">
              <a:extLst>
                <a:ext uri="{FF2B5EF4-FFF2-40B4-BE49-F238E27FC236}">
                  <a16:creationId xmlns:a16="http://schemas.microsoft.com/office/drawing/2014/main" id="{8FCFB707-5E57-45D3-B733-5DCB43495F4A}"/>
                </a:ext>
              </a:extLst>
            </p:cNvPr>
            <p:cNvGrpSpPr/>
            <p:nvPr/>
          </p:nvGrpSpPr>
          <p:grpSpPr>
            <a:xfrm>
              <a:off x="828915" y="576512"/>
              <a:ext cx="5427927" cy="4925820"/>
              <a:chOff x="828915" y="576512"/>
              <a:chExt cx="5622719" cy="5231762"/>
            </a:xfrm>
          </p:grpSpPr>
          <p:pic>
            <p:nvPicPr>
              <p:cNvPr id="19" name="図 18">
                <a:extLst>
                  <a:ext uri="{FF2B5EF4-FFF2-40B4-BE49-F238E27FC236}">
                    <a16:creationId xmlns:a16="http://schemas.microsoft.com/office/drawing/2014/main" id="{4720C0B4-E60E-47A3-8E98-B494E43E56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1024394" y="381033"/>
                <a:ext cx="5231762" cy="5622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="" xmlns:a14="http://schemas.microsoft.com/office/drawing/2010/main" xmlns:xdr="http://schemas.openxmlformats.org/drawingml/2006/spreadsheetDrawing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="" xmlns:a14="http://schemas.microsoft.com/office/drawing/2010/main" xmlns:xdr="http://schemas.openxmlformats.org/drawingml/2006/spreadsheetDrawing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8A93311C-2DAB-4C23-9635-AC7E11A166D5}"/>
                  </a:ext>
                </a:extLst>
              </p:cNvPr>
              <p:cNvSpPr/>
              <p:nvPr/>
            </p:nvSpPr>
            <p:spPr>
              <a:xfrm>
                <a:off x="2490799" y="3666252"/>
                <a:ext cx="1592151" cy="58861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</p:grp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208193E-1E76-4CFB-A024-CBF50E84DA64}"/>
                </a:ext>
              </a:extLst>
            </p:cNvPr>
            <p:cNvSpPr/>
            <p:nvPr/>
          </p:nvSpPr>
          <p:spPr>
            <a:xfrm>
              <a:off x="1279429" y="971073"/>
              <a:ext cx="4104444" cy="24278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8" name="台形 7">
              <a:extLst>
                <a:ext uri="{FF2B5EF4-FFF2-40B4-BE49-F238E27FC236}">
                  <a16:creationId xmlns:a16="http://schemas.microsoft.com/office/drawing/2014/main" id="{0F217402-399F-4DA0-9152-A02CDC68E76D}"/>
                </a:ext>
              </a:extLst>
            </p:cNvPr>
            <p:cNvSpPr/>
            <p:nvPr/>
          </p:nvSpPr>
          <p:spPr>
            <a:xfrm flipV="1">
              <a:off x="581753" y="0"/>
              <a:ext cx="5963198" cy="621643"/>
            </a:xfrm>
            <a:prstGeom prst="trapezoid">
              <a:avLst>
                <a:gd name="adj" fmla="val 5174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grpSp>
          <p:nvGrpSpPr>
            <p:cNvPr id="9" name="図形グループ 75">
              <a:extLst>
                <a:ext uri="{FF2B5EF4-FFF2-40B4-BE49-F238E27FC236}">
                  <a16:creationId xmlns:a16="http://schemas.microsoft.com/office/drawing/2014/main" id="{8FA7B1BE-9490-460C-B711-681FA82946C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41211" y="2382662"/>
              <a:ext cx="5315279" cy="884016"/>
              <a:chOff x="4041211" y="2382662"/>
              <a:chExt cx="4864946" cy="822960"/>
            </a:xfrm>
          </p:grpSpPr>
          <p:sp>
            <p:nvSpPr>
              <p:cNvPr id="17" name="台形 16">
                <a:extLst>
                  <a:ext uri="{FF2B5EF4-FFF2-40B4-BE49-F238E27FC236}">
                    <a16:creationId xmlns:a16="http://schemas.microsoft.com/office/drawing/2014/main" id="{5A9AF0B0-6A89-4886-8D2A-1979591A3206}"/>
                  </a:ext>
                </a:extLst>
              </p:cNvPr>
              <p:cNvSpPr/>
              <p:nvPr/>
            </p:nvSpPr>
            <p:spPr>
              <a:xfrm flipV="1">
                <a:off x="4041211" y="2382662"/>
                <a:ext cx="4864946" cy="822960"/>
              </a:xfrm>
              <a:prstGeom prst="trapezoid">
                <a:avLst>
                  <a:gd name="adj" fmla="val 51749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ja-JP" altLang="en-US"/>
              </a:p>
            </p:txBody>
          </p: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54AECDFB-7940-4DE9-844C-A47105E3A362}"/>
                  </a:ext>
                </a:extLst>
              </p:cNvPr>
              <p:cNvCxnSpPr>
                <a:stCxn id="17" idx="1"/>
                <a:endCxn id="17" idx="3"/>
              </p:cNvCxnSpPr>
              <p:nvPr/>
            </p:nvCxnSpPr>
            <p:spPr>
              <a:xfrm rot="16200000">
                <a:off x="6473684" y="566657"/>
                <a:ext cx="0" cy="4454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図形グループ 76">
              <a:extLst>
                <a:ext uri="{FF2B5EF4-FFF2-40B4-BE49-F238E27FC236}">
                  <a16:creationId xmlns:a16="http://schemas.microsoft.com/office/drawing/2014/main" id="{D2961CB3-6552-44CE-A7AC-3C6D23D4B40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-2197272" y="2360639"/>
              <a:ext cx="5298918" cy="898024"/>
              <a:chOff x="-2197272" y="2360639"/>
              <a:chExt cx="4864946" cy="822960"/>
            </a:xfrm>
          </p:grpSpPr>
          <p:sp>
            <p:nvSpPr>
              <p:cNvPr id="15" name="台形 14">
                <a:extLst>
                  <a:ext uri="{FF2B5EF4-FFF2-40B4-BE49-F238E27FC236}">
                    <a16:creationId xmlns:a16="http://schemas.microsoft.com/office/drawing/2014/main" id="{029C4E3F-C68A-414F-B3A9-5114EC92A56E}"/>
                  </a:ext>
                </a:extLst>
              </p:cNvPr>
              <p:cNvSpPr/>
              <p:nvPr/>
            </p:nvSpPr>
            <p:spPr>
              <a:xfrm>
                <a:off x="-2197272" y="2360639"/>
                <a:ext cx="4864946" cy="822960"/>
              </a:xfrm>
              <a:prstGeom prst="trapezoid">
                <a:avLst>
                  <a:gd name="adj" fmla="val 51749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ja-JP" altLang="en-US"/>
              </a:p>
            </p:txBody>
          </p:sp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2B400453-FCB0-441B-9FA6-51C6931432D7}"/>
                  </a:ext>
                </a:extLst>
              </p:cNvPr>
              <p:cNvCxnSpPr/>
              <p:nvPr/>
            </p:nvCxnSpPr>
            <p:spPr>
              <a:xfrm rot="16200000">
                <a:off x="252870" y="575458"/>
                <a:ext cx="0" cy="442910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図形グループ 21">
              <a:extLst>
                <a:ext uri="{FF2B5EF4-FFF2-40B4-BE49-F238E27FC236}">
                  <a16:creationId xmlns:a16="http://schemas.microsoft.com/office/drawing/2014/main" id="{EC939856-94EB-4BB2-BA3C-7D72CB3CFE40}"/>
                </a:ext>
              </a:extLst>
            </p:cNvPr>
            <p:cNvGrpSpPr/>
            <p:nvPr/>
          </p:nvGrpSpPr>
          <p:grpSpPr>
            <a:xfrm>
              <a:off x="1516453" y="4582477"/>
              <a:ext cx="2091678" cy="762188"/>
              <a:chOff x="1516450" y="4582477"/>
              <a:chExt cx="2100120" cy="77641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F3B3AFC7-F711-46F3-AB69-8D990EEFBC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16450" y="4582477"/>
                <a:ext cx="178119" cy="776416"/>
              </a:xfrm>
              <a:prstGeom prst="rect">
                <a:avLst/>
              </a:prstGeom>
              <a:grpFill/>
              <a:ln w="38100"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>
                  <a:defRPr sz="1000"/>
                </a:pPr>
                <a:endParaRPr lang="ja-JP" altLang="en-US" sz="1100" b="0" i="0" strike="noStrike">
                  <a:solidFill>
                    <a:srgbClr val="FFFFFF"/>
                  </a:solidFill>
                  <a:latin typeface="ＭＳ Ｐゴシック"/>
                  <a:ea typeface="ＭＳ Ｐゴシック"/>
                  <a:cs typeface="ＭＳ Ｐゴシック"/>
                </a:endParaRPr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58B5DF83-D53E-4D6C-AFAC-E93FEB84C9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03922" y="4582478"/>
                <a:ext cx="1907999" cy="203912"/>
              </a:xfrm>
              <a:prstGeom prst="rect">
                <a:avLst/>
              </a:prstGeom>
              <a:grpFill/>
              <a:ln w="38100"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>
                  <a:defRPr sz="1000"/>
                </a:pPr>
                <a:endParaRPr lang="ja-JP" altLang="en-US" sz="1100" b="0" i="0" strike="noStrike">
                  <a:solidFill>
                    <a:srgbClr val="FFFFFF"/>
                  </a:solidFill>
                  <a:latin typeface="ＭＳ Ｐゴシック"/>
                  <a:ea typeface="ＭＳ Ｐゴシック"/>
                  <a:cs typeface="ＭＳ Ｐゴシック"/>
                </a:endParaRPr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DAA96422-0943-41BF-8439-4E831E8AD0B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436570" y="4582478"/>
                <a:ext cx="180000" cy="520030"/>
              </a:xfrm>
              <a:prstGeom prst="rect">
                <a:avLst/>
              </a:prstGeom>
              <a:grpFill/>
              <a:ln w="38100"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>
                  <a:defRPr sz="1000"/>
                </a:pPr>
                <a:endParaRPr lang="ja-JP" altLang="en-US" sz="1100" b="0" i="0" strike="noStrike">
                  <a:solidFill>
                    <a:srgbClr val="FFFFFF"/>
                  </a:solidFill>
                  <a:latin typeface="ＭＳ Ｐゴシック"/>
                  <a:ea typeface="ＭＳ Ｐゴシック"/>
                  <a:cs typeface="ＭＳ Ｐゴシック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9943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FB4B5C-F941-4FEC-8541-DFBCDCDB2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10F0BF-E36A-4E42-8823-CC0128C1D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086ECC-DE01-4B49-8E0C-A33DC50B7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131C5D-FB5A-43AD-9D8C-C8F8B5878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2025/8/30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5B7907-E220-457A-B9F1-F09AB55F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B4C9B0-BF2A-4A9A-8E49-A6DEB89C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4617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2AF0FF-976E-4D9D-A8D4-93DA38624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5B41348-675E-4DB5-8133-D40690525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9499E7-6E16-4E52-ACEF-CBD9D45EA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F779BE-D2EF-46D9-84CB-4209A535D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2025/8/30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09927F-9943-4F6C-8288-11C24567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654B65-D711-498F-9FAB-BD0D189A2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508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08C042-6979-4691-8B04-79B8D441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6CC948-2AFA-459C-A88D-A4870392F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D07F3B-04B9-4E8D-89BF-C23DE30F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2025/8/30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AE2FC0-DD04-450E-95CC-CFC123656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5DB44C-1870-4231-A271-27865E87C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0626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003A1D3-360E-4B0E-A429-2C44E9C12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50E4BE4-6394-4591-A866-137A52582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6F94AF-DAF4-4F3F-9B45-D26F0C0E5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2B3E-F3CE-4082-A36B-B40706E19A2E}" type="datetimeFigureOut">
              <a:rPr kumimoji="1" lang="ja-JP" altLang="en-US" smtClean="0"/>
              <a:t>2025/8/30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320C9B-4F2E-4967-B14D-A53E5B64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71B999-8D37-4A58-A0D1-53951691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2654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CC39082-6EF0-4A3E-8DDB-A9497D604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B6E872-32A7-418E-8169-8A1079942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E45C1A-0B40-41BD-8E4B-6545BD364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F2B3E-F3CE-4082-A36B-B40706E19A2E}" type="datetimeFigureOut">
              <a:rPr kumimoji="1" lang="ja-JP" altLang="en-US" smtClean="0"/>
              <a:t>2025/8/30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090DD2-880A-413A-A82D-BA347B23F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5984D6-E7D0-414A-953D-B32FB85B1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C56CE-80B2-4D0A-A4EC-71671BE97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E9C916D-6620-44A8-889B-BA408B2716C0}"/>
              </a:ext>
            </a:extLst>
          </p:cNvPr>
          <p:cNvSpPr/>
          <p:nvPr/>
        </p:nvSpPr>
        <p:spPr>
          <a:xfrm rot="5400000">
            <a:off x="2749587" y="2466457"/>
            <a:ext cx="2636650" cy="64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>
              <a:defRPr sz="1000"/>
            </a:pPr>
            <a:r>
              <a:rPr lang="ja-JP" altLang="en-US" dirty="0">
                <a:solidFill>
                  <a:srgbClr val="FFFFFF"/>
                </a:solidFill>
                <a:latin typeface="ＭＳ Ｐゴシック"/>
                <a:ea typeface="ＭＳ Ｐゴシック"/>
                <a:cs typeface="ＭＳ Ｐゴシック"/>
              </a:rPr>
              <a:t>ブビンガ</a:t>
            </a:r>
            <a:endParaRPr lang="ja-JP" altLang="en-US" sz="1100" b="0" i="0" strike="noStrike" kern="1200" dirty="0">
              <a:solidFill>
                <a:srgbClr val="FFFFFF"/>
              </a:solidFill>
              <a:latin typeface="ＭＳ Ｐゴシック"/>
              <a:ea typeface="ＭＳ Ｐゴシック"/>
              <a:cs typeface="ＭＳ Ｐゴシック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F898503-50D8-472A-904B-9E6D3A9230F3}"/>
              </a:ext>
            </a:extLst>
          </p:cNvPr>
          <p:cNvSpPr txBox="1"/>
          <p:nvPr/>
        </p:nvSpPr>
        <p:spPr>
          <a:xfrm>
            <a:off x="76506" y="86160"/>
            <a:ext cx="280956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ja-JP" altLang="en-US" dirty="0">
              <a:ea typeface="游ゴシック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8EBB919-CAD0-41B0-8F4E-64B9F327CD9F}"/>
              </a:ext>
            </a:extLst>
          </p:cNvPr>
          <p:cNvSpPr/>
          <p:nvPr/>
        </p:nvSpPr>
        <p:spPr>
          <a:xfrm rot="18322793">
            <a:off x="7262377" y="1848767"/>
            <a:ext cx="201600" cy="4790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C3062F82-8623-D689-7473-E81B8E2B6030}"/>
              </a:ext>
            </a:extLst>
          </p:cNvPr>
          <p:cNvSpPr/>
          <p:nvPr/>
        </p:nvSpPr>
        <p:spPr>
          <a:xfrm>
            <a:off x="6698253" y="212657"/>
            <a:ext cx="3126995" cy="3434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2" name="図 91">
            <a:extLst>
              <a:ext uri="{FF2B5EF4-FFF2-40B4-BE49-F238E27FC236}">
                <a16:creationId xmlns:a16="http://schemas.microsoft.com/office/drawing/2014/main" id="{2D457486-CEC4-29D4-DCFE-16F4613131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79837" y="2209461"/>
            <a:ext cx="369160" cy="33084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F18763D-D5EE-1B9E-6927-A7D8D92FD6BE}"/>
              </a:ext>
            </a:extLst>
          </p:cNvPr>
          <p:cNvSpPr/>
          <p:nvPr/>
        </p:nvSpPr>
        <p:spPr>
          <a:xfrm>
            <a:off x="8461724" y="4783572"/>
            <a:ext cx="325394" cy="55951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0BA7C3D-290C-4B1C-0463-8D9E07D56DAB}"/>
              </a:ext>
            </a:extLst>
          </p:cNvPr>
          <p:cNvSpPr/>
          <p:nvPr/>
        </p:nvSpPr>
        <p:spPr>
          <a:xfrm>
            <a:off x="7996734" y="2261918"/>
            <a:ext cx="385800" cy="125867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400" b="1">
                <a:ea typeface="游ゴシック"/>
              </a:rPr>
              <a:t>登壇</a:t>
            </a:r>
            <a:endParaRPr lang="ja-JP" altLang="en-US" sz="1400" b="1" dirty="0">
              <a:ea typeface="游ゴシック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04BC6F-BC5D-B52A-8AD7-714D70D4BCD4}"/>
              </a:ext>
            </a:extLst>
          </p:cNvPr>
          <p:cNvSpPr txBox="1"/>
          <p:nvPr/>
        </p:nvSpPr>
        <p:spPr>
          <a:xfrm>
            <a:off x="8462369" y="4846799"/>
            <a:ext cx="295344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1100" b="1">
                <a:solidFill>
                  <a:srgbClr val="FFFFFF"/>
                </a:solidFill>
                <a:ea typeface="游ゴシック"/>
              </a:rPr>
              <a:t>祭</a:t>
            </a:r>
            <a:endParaRPr lang="en-US">
              <a:solidFill>
                <a:srgbClr val="FFFFFF"/>
              </a:solidFill>
            </a:endParaRPr>
          </a:p>
          <a:p>
            <a:r>
              <a:rPr kumimoji="1" lang="ja-JP" altLang="en-US" sz="1100" b="1">
                <a:solidFill>
                  <a:srgbClr val="FFFFFF"/>
                </a:solidFill>
                <a:ea typeface="游ゴシック"/>
              </a:rPr>
              <a:t>壇</a:t>
            </a:r>
            <a:endParaRPr lang="ja-JP">
              <a:solidFill>
                <a:srgbClr val="FFFFFF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0C494CF-4E95-291C-3827-4DCBE014B641}"/>
              </a:ext>
            </a:extLst>
          </p:cNvPr>
          <p:cNvSpPr/>
          <p:nvPr/>
        </p:nvSpPr>
        <p:spPr>
          <a:xfrm rot="16200000">
            <a:off x="7653866" y="3841811"/>
            <a:ext cx="325394" cy="15139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楕円 82">
            <a:extLst>
              <a:ext uri="{FF2B5EF4-FFF2-40B4-BE49-F238E27FC236}">
                <a16:creationId xmlns:a16="http://schemas.microsoft.com/office/drawing/2014/main" id="{995AADD7-2BBB-346D-5717-9B3F5B51A0AC}"/>
              </a:ext>
            </a:extLst>
          </p:cNvPr>
          <p:cNvSpPr/>
          <p:nvPr/>
        </p:nvSpPr>
        <p:spPr>
          <a:xfrm>
            <a:off x="7730595" y="2891257"/>
            <a:ext cx="85968" cy="85968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50545AC7-DDFA-524A-B4BF-21F3D0E18D23}"/>
              </a:ext>
            </a:extLst>
          </p:cNvPr>
          <p:cNvSpPr/>
          <p:nvPr/>
        </p:nvSpPr>
        <p:spPr>
          <a:xfrm>
            <a:off x="5601445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8C77D93A-FD24-6007-EAD6-90DBFE9D75A3}"/>
              </a:ext>
            </a:extLst>
          </p:cNvPr>
          <p:cNvSpPr/>
          <p:nvPr/>
        </p:nvSpPr>
        <p:spPr>
          <a:xfrm>
            <a:off x="5359648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0AA2CC93-41F6-DE22-DA61-D526E8B26CA2}"/>
              </a:ext>
            </a:extLst>
          </p:cNvPr>
          <p:cNvSpPr/>
          <p:nvPr/>
        </p:nvSpPr>
        <p:spPr>
          <a:xfrm>
            <a:off x="5117853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132DE897-3310-E8A3-CE59-34A40BC08F46}"/>
              </a:ext>
            </a:extLst>
          </p:cNvPr>
          <p:cNvSpPr/>
          <p:nvPr/>
        </p:nvSpPr>
        <p:spPr>
          <a:xfrm>
            <a:off x="4876058" y="5099223"/>
            <a:ext cx="201600" cy="20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5D7E540E-AFAA-F40F-CD30-4BA867F35F36}"/>
              </a:ext>
            </a:extLst>
          </p:cNvPr>
          <p:cNvSpPr/>
          <p:nvPr/>
        </p:nvSpPr>
        <p:spPr>
          <a:xfrm>
            <a:off x="4634263" y="5099223"/>
            <a:ext cx="201600" cy="20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1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05362E80-F9C9-C64E-DF1E-3D816F7AC37E}"/>
              </a:ext>
            </a:extLst>
          </p:cNvPr>
          <p:cNvSpPr/>
          <p:nvPr/>
        </p:nvSpPr>
        <p:spPr>
          <a:xfrm>
            <a:off x="4392468" y="5099223"/>
            <a:ext cx="201600" cy="20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1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EB792961-D5B7-CF96-24E1-C5F04A5779A1}"/>
              </a:ext>
            </a:extLst>
          </p:cNvPr>
          <p:cNvSpPr/>
          <p:nvPr/>
        </p:nvSpPr>
        <p:spPr>
          <a:xfrm>
            <a:off x="4970261" y="4253911"/>
            <a:ext cx="252000" cy="252000"/>
          </a:xfrm>
          <a:prstGeom prst="rect">
            <a:avLst/>
          </a:prstGeom>
          <a:solidFill>
            <a:srgbClr val="FF0066"/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F0E2F96F-8E74-46CB-7B39-7AA088862CCD}"/>
              </a:ext>
            </a:extLst>
          </p:cNvPr>
          <p:cNvSpPr/>
          <p:nvPr/>
        </p:nvSpPr>
        <p:spPr>
          <a:xfrm rot="2291995">
            <a:off x="7415217" y="1758516"/>
            <a:ext cx="201600" cy="201600"/>
          </a:xfrm>
          <a:prstGeom prst="rect">
            <a:avLst/>
          </a:prstGeom>
          <a:solidFill>
            <a:schemeClr val="bg1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36999E8-EFCB-BF97-4812-48A3D0BBA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086314"/>
              </p:ext>
            </p:extLst>
          </p:nvPr>
        </p:nvGraphicFramePr>
        <p:xfrm>
          <a:off x="304422" y="123380"/>
          <a:ext cx="5350395" cy="3720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50395">
                  <a:extLst>
                    <a:ext uri="{9D8B030D-6E8A-4147-A177-3AD203B41FA5}">
                      <a16:colId xmlns:a16="http://schemas.microsoft.com/office/drawing/2014/main" val="636781040"/>
                    </a:ext>
                  </a:extLst>
                </a:gridCol>
              </a:tblGrid>
              <a:tr h="372072"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ja-JP" altLang="en-US" sz="1800" dirty="0">
                          <a:effectLst/>
                          <a:latin typeface="Meiryo UI"/>
                          <a:ea typeface="Meiryo UI"/>
                        </a:rPr>
                        <a:t>感門 座席（雛形）　</a:t>
                      </a:r>
                      <a:endParaRPr lang="ja-JP" altLang="en-US" sz="1800" b="0" i="0" u="none" strike="noStrike" noProof="0" dirty="0">
                        <a:effectLst/>
                        <a:latin typeface="Meiryo UI"/>
                        <a:ea typeface="Meiryo UI"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577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14782"/>
                  </a:ext>
                </a:extLst>
              </a:tr>
            </a:tbl>
          </a:graphicData>
        </a:graphic>
      </p:graphicFrame>
      <p:sp>
        <p:nvSpPr>
          <p:cNvPr id="10" name="四角形: 角を丸くする 89">
            <a:extLst>
              <a:ext uri="{FF2B5EF4-FFF2-40B4-BE49-F238E27FC236}">
                <a16:creationId xmlns:a16="http://schemas.microsoft.com/office/drawing/2014/main" id="{5F21E3C4-85A2-304E-B4A6-89A971524278}"/>
              </a:ext>
            </a:extLst>
          </p:cNvPr>
          <p:cNvSpPr/>
          <p:nvPr/>
        </p:nvSpPr>
        <p:spPr>
          <a:xfrm>
            <a:off x="4624000" y="5300349"/>
            <a:ext cx="1030069" cy="333195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ja-JP" altLang="en-US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カウンター</a:t>
            </a:r>
            <a:endParaRPr lang="en-US" altLang="ja-JP" dirty="0">
              <a:latin typeface="Meiryo UI"/>
              <a:ea typeface="Meiryo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2EDC9B3-7F46-8E5F-678F-086A87F944B5}"/>
              </a:ext>
            </a:extLst>
          </p:cNvPr>
          <p:cNvSpPr/>
          <p:nvPr/>
        </p:nvSpPr>
        <p:spPr>
          <a:xfrm rot="5400000">
            <a:off x="5034514" y="4499416"/>
            <a:ext cx="124387" cy="20261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1898211-C65F-6D7E-99B2-CA0D33729AE1}"/>
              </a:ext>
            </a:extLst>
          </p:cNvPr>
          <p:cNvSpPr/>
          <p:nvPr/>
        </p:nvSpPr>
        <p:spPr>
          <a:xfrm>
            <a:off x="7978132" y="5174449"/>
            <a:ext cx="404402" cy="2016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D4EC7523-62EF-3B1A-B5F9-5896ABFEB5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69243" y="3132852"/>
            <a:ext cx="369160" cy="330847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419C702E-D529-6E71-6CC9-72C3B31F68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2564347" y="2651717"/>
            <a:ext cx="369160" cy="330847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3B775946-CDDE-72A5-0DCD-E73FA6EB32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39107" flipH="1">
            <a:off x="3935968" y="2663088"/>
            <a:ext cx="369160" cy="330847"/>
          </a:xfrm>
          <a:prstGeom prst="rect">
            <a:avLst/>
          </a:prstGeom>
        </p:spPr>
      </p:pic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7EDFF0E2-59CF-AC72-A292-386D80CA4690}"/>
              </a:ext>
            </a:extLst>
          </p:cNvPr>
          <p:cNvSpPr/>
          <p:nvPr/>
        </p:nvSpPr>
        <p:spPr>
          <a:xfrm>
            <a:off x="2619375" y="1472132"/>
            <a:ext cx="266700" cy="111268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照明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39372C23-25BB-DDA2-3691-F6B1B7BE606E}"/>
              </a:ext>
            </a:extLst>
          </p:cNvPr>
          <p:cNvSpPr/>
          <p:nvPr/>
        </p:nvSpPr>
        <p:spPr>
          <a:xfrm>
            <a:off x="2601129" y="3041681"/>
            <a:ext cx="266700" cy="111268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照明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0F0BB24A-C85B-FEB3-BDFB-B1F592413530}"/>
              </a:ext>
            </a:extLst>
          </p:cNvPr>
          <p:cNvSpPr/>
          <p:nvPr/>
        </p:nvSpPr>
        <p:spPr>
          <a:xfrm rot="1577398">
            <a:off x="4128417" y="1625316"/>
            <a:ext cx="72000" cy="46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4214980-D6E0-F198-004A-6A8EE095C793}"/>
              </a:ext>
            </a:extLst>
          </p:cNvPr>
          <p:cNvSpPr txBox="1"/>
          <p:nvPr/>
        </p:nvSpPr>
        <p:spPr>
          <a:xfrm>
            <a:off x="3387696" y="1546182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/>
              <a:t>返し</a:t>
            </a:r>
            <a:endParaRPr kumimoji="1" lang="en-US" altLang="ja-JP" sz="1100" b="1" dirty="0"/>
          </a:p>
          <a:p>
            <a:r>
              <a:rPr kumimoji="1" lang="ja-JP" altLang="en-US" sz="1100" b="1" dirty="0"/>
              <a:t>モニター</a:t>
            </a:r>
          </a:p>
        </p:txBody>
      </p: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7DA9D220-C584-D05C-9420-1DABD68E0FAC}"/>
              </a:ext>
            </a:extLst>
          </p:cNvPr>
          <p:cNvGrpSpPr/>
          <p:nvPr/>
        </p:nvGrpSpPr>
        <p:grpSpPr>
          <a:xfrm>
            <a:off x="4509952" y="1581184"/>
            <a:ext cx="252000" cy="2449653"/>
            <a:chOff x="4509952" y="1609759"/>
            <a:chExt cx="252000" cy="2449653"/>
          </a:xfrm>
        </p:grpSpPr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8538EAE2-428D-A594-84F4-0C0E0EA726DB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E8EDACDA-BA55-C68D-6D00-88581F4AE876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CA9778CD-6C6F-7151-80FD-020093D01446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70EC4785-91BF-911E-D543-93667DDAD24B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CB368A5E-F9B6-4776-E87F-0A0852B087C6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3ADD4753-52C5-39FA-64EE-24DF99FF62FD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1B5F272C-3D8E-5D2E-C7EE-1E346D1BD79A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A43DC23F-4591-4191-D6DA-D7F22F4B9736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79DD570C-F80F-B4BE-1A7F-83EDD539B638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3208C20D-9145-4173-71EF-DC079930E62F}"/>
              </a:ext>
            </a:extLst>
          </p:cNvPr>
          <p:cNvGrpSpPr/>
          <p:nvPr/>
        </p:nvGrpSpPr>
        <p:grpSpPr>
          <a:xfrm>
            <a:off x="4995370" y="1581184"/>
            <a:ext cx="252000" cy="2449653"/>
            <a:chOff x="4509952" y="1609759"/>
            <a:chExt cx="252000" cy="2449653"/>
          </a:xfrm>
        </p:grpSpPr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05EFEC36-3CBB-8C7C-A0E9-A3905BD03B69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D8014C87-0440-5B64-04D2-99685008F6F0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EAFD2A29-A33F-3EBF-114C-AC06037C0E5C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5FEEF725-A0F6-97E6-6ADD-F5A3694C642A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5C2D7E2C-1530-5060-2736-10638FF0B428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78B249E7-1A05-649A-36BE-CB3FC061BD26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8B2BD3DF-A1B7-C990-7A86-5F35EF76A96A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AF2B0E3A-752D-4FE8-0CD2-2850DE69EB3D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ABEC1022-889E-D756-18E4-F2DCA74A70B2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B2557672-929C-4809-5DB5-2B48E606019E}"/>
              </a:ext>
            </a:extLst>
          </p:cNvPr>
          <p:cNvGrpSpPr/>
          <p:nvPr/>
        </p:nvGrpSpPr>
        <p:grpSpPr>
          <a:xfrm>
            <a:off x="6483958" y="1581184"/>
            <a:ext cx="252000" cy="2449653"/>
            <a:chOff x="4509952" y="1609759"/>
            <a:chExt cx="252000" cy="2449653"/>
          </a:xfrm>
        </p:grpSpPr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69891D4B-155B-1551-5712-D34D764D8F4B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D510547A-F8C6-8A82-8E18-3F92932E8D33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151FC4AB-2546-6BF1-BCE4-FED7EFAAC174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B1C55A0C-5A6C-8C84-1073-F5644B84A21E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18ECBFF7-F677-9C46-FC24-1F603229E42F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D4677125-1191-7B2D-17AC-497CE34CD898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A078B67F-EF6B-2245-B104-688E6DDBAC7B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FDE2E38D-C1E2-67DE-86C7-4449361E9AF4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8C593C98-BED0-4A86-3E22-CEF5C8E891FA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0EB4AD83-4F3C-8558-53C9-88CB56D6109C}"/>
              </a:ext>
            </a:extLst>
          </p:cNvPr>
          <p:cNvGrpSpPr/>
          <p:nvPr/>
        </p:nvGrpSpPr>
        <p:grpSpPr>
          <a:xfrm>
            <a:off x="6004947" y="1581184"/>
            <a:ext cx="252000" cy="2449653"/>
            <a:chOff x="4509952" y="1609759"/>
            <a:chExt cx="252000" cy="2449653"/>
          </a:xfrm>
        </p:grpSpPr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7CDEE3CF-1244-4E06-06D3-7B2568AF6BF7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C52A14D8-A508-63FA-4771-DD8BB492169F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00758C0A-F466-983F-A4BA-61F3E0D71BA5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9861696A-00FF-9830-5ACC-4F95A08B8C4F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ACD6A9BD-EFC0-13FE-81C0-CAEDF6D2765E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8BD8A473-3926-5E20-D82B-F2DE0161F233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2" name="正方形/長方形 141">
              <a:extLst>
                <a:ext uri="{FF2B5EF4-FFF2-40B4-BE49-F238E27FC236}">
                  <a16:creationId xmlns:a16="http://schemas.microsoft.com/office/drawing/2014/main" id="{7C6EA179-B8B7-5E85-CCC2-85147CBF25A3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3" name="正方形/長方形 142">
              <a:extLst>
                <a:ext uri="{FF2B5EF4-FFF2-40B4-BE49-F238E27FC236}">
                  <a16:creationId xmlns:a16="http://schemas.microsoft.com/office/drawing/2014/main" id="{DD2C8B84-D013-C260-E51C-9586161B3F8F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429A6692-0B27-759B-43DE-53BB59EDE152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45" name="グループ化 144">
            <a:extLst>
              <a:ext uri="{FF2B5EF4-FFF2-40B4-BE49-F238E27FC236}">
                <a16:creationId xmlns:a16="http://schemas.microsoft.com/office/drawing/2014/main" id="{CA5D29F1-3BD9-EB66-A9AF-776481A17060}"/>
              </a:ext>
            </a:extLst>
          </p:cNvPr>
          <p:cNvGrpSpPr/>
          <p:nvPr/>
        </p:nvGrpSpPr>
        <p:grpSpPr>
          <a:xfrm>
            <a:off x="5489925" y="1581184"/>
            <a:ext cx="252000" cy="2449653"/>
            <a:chOff x="4509952" y="1609759"/>
            <a:chExt cx="252000" cy="2449653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97468E01-66A3-888B-A34F-955E6A57084B}"/>
                </a:ext>
              </a:extLst>
            </p:cNvPr>
            <p:cNvSpPr/>
            <p:nvPr/>
          </p:nvSpPr>
          <p:spPr>
            <a:xfrm>
              <a:off x="4509952" y="2159173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F045422F-DEB0-2828-AC97-600B92FA159C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D010351A-B410-EF1C-2409-63F42E781CEC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9" name="正方形/長方形 148">
              <a:extLst>
                <a:ext uri="{FF2B5EF4-FFF2-40B4-BE49-F238E27FC236}">
                  <a16:creationId xmlns:a16="http://schemas.microsoft.com/office/drawing/2014/main" id="{B78E7AB5-7CE6-2D44-BE69-369DF9DFCBE7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9EC0EF44-2A89-AFCA-D40C-4652D386877E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873F2349-30A0-81A3-C334-32FBDA1426BE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89282EA3-E428-E13E-39B6-35F5D0588BA0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E651BF19-33BD-88FE-E3F0-5370BB8C5A3D}"/>
                </a:ext>
              </a:extLst>
            </p:cNvPr>
            <p:cNvSpPr/>
            <p:nvPr/>
          </p:nvSpPr>
          <p:spPr>
            <a:xfrm>
              <a:off x="4509952" y="1884466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0EF693BE-C597-A4D0-B55B-0EDFA03E90D6}"/>
                </a:ext>
              </a:extLst>
            </p:cNvPr>
            <p:cNvSpPr/>
            <p:nvPr/>
          </p:nvSpPr>
          <p:spPr>
            <a:xfrm>
              <a:off x="4509952" y="1609759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55" name="グループ化 154">
            <a:extLst>
              <a:ext uri="{FF2B5EF4-FFF2-40B4-BE49-F238E27FC236}">
                <a16:creationId xmlns:a16="http://schemas.microsoft.com/office/drawing/2014/main" id="{609EC36D-FED2-4DFA-6442-DFF2B76E789B}"/>
              </a:ext>
            </a:extLst>
          </p:cNvPr>
          <p:cNvGrpSpPr/>
          <p:nvPr/>
        </p:nvGrpSpPr>
        <p:grpSpPr>
          <a:xfrm>
            <a:off x="7019688" y="2405305"/>
            <a:ext cx="252000" cy="1625532"/>
            <a:chOff x="4509952" y="2433880"/>
            <a:chExt cx="252000" cy="1625532"/>
          </a:xfrm>
        </p:grpSpPr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5FC9703D-97AC-F29D-3E2B-1DDF66EBFD37}"/>
                </a:ext>
              </a:extLst>
            </p:cNvPr>
            <p:cNvSpPr/>
            <p:nvPr/>
          </p:nvSpPr>
          <p:spPr>
            <a:xfrm>
              <a:off x="4509952" y="2708587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36FD4F2F-B05A-FAB2-76B4-83BD037E8B7C}"/>
                </a:ext>
              </a:extLst>
            </p:cNvPr>
            <p:cNvSpPr/>
            <p:nvPr/>
          </p:nvSpPr>
          <p:spPr>
            <a:xfrm>
              <a:off x="4509952" y="2433880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2892F7DB-6967-51BC-E117-C5EC02A6F94D}"/>
                </a:ext>
              </a:extLst>
            </p:cNvPr>
            <p:cNvSpPr/>
            <p:nvPr/>
          </p:nvSpPr>
          <p:spPr>
            <a:xfrm>
              <a:off x="4509952" y="2983294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3B242655-2033-A2F3-6CC9-CED09D8D3691}"/>
                </a:ext>
              </a:extLst>
            </p:cNvPr>
            <p:cNvSpPr/>
            <p:nvPr/>
          </p:nvSpPr>
          <p:spPr>
            <a:xfrm>
              <a:off x="4509952" y="3258001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2C8AE81D-B135-C487-1C72-F2056168001D}"/>
                </a:ext>
              </a:extLst>
            </p:cNvPr>
            <p:cNvSpPr/>
            <p:nvPr/>
          </p:nvSpPr>
          <p:spPr>
            <a:xfrm>
              <a:off x="4509952" y="3532708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E2C79FB7-ABDE-7EC4-F044-81137E459CDE}"/>
                </a:ext>
              </a:extLst>
            </p:cNvPr>
            <p:cNvSpPr/>
            <p:nvPr/>
          </p:nvSpPr>
          <p:spPr>
            <a:xfrm>
              <a:off x="4509952" y="3807412"/>
              <a:ext cx="252000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6DD9F429-B823-D2A4-DA54-96AE79B5C82D}"/>
              </a:ext>
            </a:extLst>
          </p:cNvPr>
          <p:cNvSpPr/>
          <p:nvPr/>
        </p:nvSpPr>
        <p:spPr>
          <a:xfrm>
            <a:off x="5489199" y="4061157"/>
            <a:ext cx="252000" cy="252000"/>
          </a:xfrm>
          <a:prstGeom prst="rect">
            <a:avLst/>
          </a:prstGeom>
          <a:solidFill>
            <a:schemeClr val="bg1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499AE688-A916-D9F4-3023-54971537D21B}"/>
              </a:ext>
            </a:extLst>
          </p:cNvPr>
          <p:cNvSpPr/>
          <p:nvPr/>
        </p:nvSpPr>
        <p:spPr>
          <a:xfrm>
            <a:off x="6010366" y="4057270"/>
            <a:ext cx="252000" cy="252000"/>
          </a:xfrm>
          <a:prstGeom prst="rect">
            <a:avLst/>
          </a:prstGeom>
          <a:solidFill>
            <a:schemeClr val="bg1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221BEC66-9E63-9DC4-A9D4-3E0C317B4B58}"/>
              </a:ext>
            </a:extLst>
          </p:cNvPr>
          <p:cNvSpPr/>
          <p:nvPr/>
        </p:nvSpPr>
        <p:spPr>
          <a:xfrm>
            <a:off x="722111" y="4600721"/>
            <a:ext cx="252000" cy="252000"/>
          </a:xfrm>
          <a:prstGeom prst="rect">
            <a:avLst/>
          </a:prstGeom>
          <a:solidFill>
            <a:srgbClr val="FF0066"/>
          </a:solidFill>
          <a:ln w="635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69" name="四角形: 角を丸くする 89">
            <a:extLst>
              <a:ext uri="{FF2B5EF4-FFF2-40B4-BE49-F238E27FC236}">
                <a16:creationId xmlns:a16="http://schemas.microsoft.com/office/drawing/2014/main" id="{9FFABF93-2B1C-ED73-A340-0016911D29E6}"/>
              </a:ext>
            </a:extLst>
          </p:cNvPr>
          <p:cNvSpPr/>
          <p:nvPr/>
        </p:nvSpPr>
        <p:spPr>
          <a:xfrm>
            <a:off x="966255" y="4560123"/>
            <a:ext cx="1030069" cy="333195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ja-JP" altLang="en-US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優子学長</a:t>
            </a:r>
            <a:endParaRPr lang="en-US" altLang="ja-JP" dirty="0">
              <a:latin typeface="Meiryo UI"/>
              <a:ea typeface="Meiryo UI"/>
            </a:endParaRP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97310657-B5BC-EA1D-EDE6-9CC4179D4039}"/>
              </a:ext>
            </a:extLst>
          </p:cNvPr>
          <p:cNvSpPr/>
          <p:nvPr/>
        </p:nvSpPr>
        <p:spPr>
          <a:xfrm>
            <a:off x="8130534" y="4253911"/>
            <a:ext cx="252000" cy="4070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/>
              <a:t>階段</a:t>
            </a:r>
          </a:p>
        </p:txBody>
      </p:sp>
      <p:sp>
        <p:nvSpPr>
          <p:cNvPr id="181" name="四角形: 角を丸くする 89">
            <a:extLst>
              <a:ext uri="{FF2B5EF4-FFF2-40B4-BE49-F238E27FC236}">
                <a16:creationId xmlns:a16="http://schemas.microsoft.com/office/drawing/2014/main" id="{37F219DD-0242-4792-5970-D7706596EFA3}"/>
              </a:ext>
            </a:extLst>
          </p:cNvPr>
          <p:cNvSpPr/>
          <p:nvPr/>
        </p:nvSpPr>
        <p:spPr>
          <a:xfrm>
            <a:off x="514633" y="5995494"/>
            <a:ext cx="1933311" cy="500556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altLang="ja-JP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53</a:t>
            </a:r>
            <a:r>
              <a:rPr lang="ja-JP" altLang="en-US" sz="1100" dirty="0">
                <a:solidFill>
                  <a:sysClr val="windowText" lastClr="000000"/>
                </a:solidFill>
                <a:latin typeface="Meiryo UI"/>
                <a:ea typeface="Meiryo UI"/>
              </a:rPr>
              <a:t>席＋学長席・総合司会席</a:t>
            </a:r>
            <a:endParaRPr lang="en-US" altLang="ja-JP" dirty="0">
              <a:latin typeface="Meiryo UI"/>
              <a:ea typeface="Meiryo UI"/>
            </a:endParaRPr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0D50482D-38C2-D0E4-B753-562D81EA7D50}"/>
              </a:ext>
            </a:extLst>
          </p:cNvPr>
          <p:cNvSpPr/>
          <p:nvPr/>
        </p:nvSpPr>
        <p:spPr>
          <a:xfrm>
            <a:off x="8130534" y="3673195"/>
            <a:ext cx="577380" cy="4070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 dirty="0"/>
          </a:p>
        </p:txBody>
      </p:sp>
      <p:sp>
        <p:nvSpPr>
          <p:cNvPr id="183" name="吹き出し: 線 (強調線付き) 182">
            <a:extLst>
              <a:ext uri="{FF2B5EF4-FFF2-40B4-BE49-F238E27FC236}">
                <a16:creationId xmlns:a16="http://schemas.microsoft.com/office/drawing/2014/main" id="{B2EA0B8C-27AB-7F71-E78A-CD60926C1829}"/>
              </a:ext>
            </a:extLst>
          </p:cNvPr>
          <p:cNvSpPr/>
          <p:nvPr/>
        </p:nvSpPr>
        <p:spPr>
          <a:xfrm>
            <a:off x="9018193" y="4050405"/>
            <a:ext cx="1806589" cy="407012"/>
          </a:xfrm>
          <a:prstGeom prst="accentCallout1">
            <a:avLst>
              <a:gd name="adj1" fmla="val 18750"/>
              <a:gd name="adj2" fmla="val -1842"/>
              <a:gd name="adj3" fmla="val -39615"/>
              <a:gd name="adj4" fmla="val -33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88</a:t>
            </a:r>
            <a:r>
              <a:rPr kumimoji="1" lang="ja-JP" altLang="en-US" sz="1100" dirty="0"/>
              <a:t>感門のみ：楽器置き場</a:t>
            </a:r>
          </a:p>
        </p:txBody>
      </p:sp>
    </p:spTree>
    <p:extLst>
      <p:ext uri="{BB962C8B-B14F-4D97-AF65-F5344CB8AC3E}">
        <p14:creationId xmlns:p14="http://schemas.microsoft.com/office/powerpoint/2010/main" val="2343382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4824</TotalTime>
  <Words>60</Words>
  <Application>Microsoft Office PowerPoint</Application>
  <PresentationFormat>ワイド画面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ＭＳ Ｐゴシック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Kinugasa Junko</dc:creator>
  <cp:lastModifiedBy>純子 衣笠</cp:lastModifiedBy>
  <cp:revision>529</cp:revision>
  <cp:lastPrinted>2025-08-30T07:44:49Z</cp:lastPrinted>
  <dcterms:created xsi:type="dcterms:W3CDTF">2021-09-24T03:44:46Z</dcterms:created>
  <dcterms:modified xsi:type="dcterms:W3CDTF">2025-08-30T07:47:56Z</dcterms:modified>
</cp:coreProperties>
</file>